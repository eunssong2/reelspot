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7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 THAT PLACE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정리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로그인부터 마이페이지까지 · 화면별 예시와 기능 설명 · 2026.10.30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흐름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55448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동의·표시명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874520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874520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55448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554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만들기 · 초대 코드 참여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1874520"/>
            <a:ext cx="64008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4008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17520" y="288036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목록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288036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2880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장소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288036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2880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기록 (사진·동영상)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60320" y="3200400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12080" y="3200400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89520" y="3200400"/>
            <a:ext cx="64008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393192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931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추가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017520" y="393192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175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일정 변경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0" y="393192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0" y="3931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검색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0" y="393192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사람별 보기 · 선택 다운로드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600200" y="3520440"/>
            <a:ext cx="0" cy="41148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114800" y="3520440"/>
            <a:ext cx="0" cy="41148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29400" y="3520440"/>
            <a:ext cx="0" cy="41148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875520" y="3520440"/>
            <a:ext cx="0" cy="41148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40080" y="470916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4709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초대·관리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017520" y="470916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1752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함께하는 친구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69280" y="470916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0" y="4709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편집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229600" y="4709160"/>
            <a:ext cx="32918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0" y="4709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사진·동영상 올리기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629400" y="4572000"/>
            <a:ext cx="0" cy="13716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875520" y="4572000"/>
            <a:ext cx="0" cy="13716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64008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정보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0080" y="5852160"/>
            <a:ext cx="1920240" cy="640080"/>
          </a:xfrm>
          <a:prstGeom prst="roundRect">
            <a:avLst>
              <a:gd name="adj" fmla="val 20000"/>
            </a:avLst>
          </a:prstGeom>
          <a:solidFill>
            <a:srgbClr val="F1706B"/>
          </a:solidFill>
          <a:ln w="12700">
            <a:solidFill>
              <a:srgbClr val="F1706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0080" y="5852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017520" y="5852160"/>
            <a:ext cx="219456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017520" y="5852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669280" y="5852160"/>
            <a:ext cx="2377440" cy="64008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69280" y="5852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및 계정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560320" y="6172200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212080" y="6172200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8229600" y="5852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모임 아래 탭의 "마이페이지"에서 시작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94360"/>
            <a:ext cx="2626625" cy="5577840"/>
          </a:xfrm>
          <a:prstGeom prst="roundRect">
            <a:avLst>
              <a:gd name="adj" fmla="val 557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로그인 - 로그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253518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236208"/>
            <a:ext cx="27180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3723905" y="731520"/>
            <a:ext cx="79164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723905" y="1051560"/>
            <a:ext cx="7916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3723905" y="1874520"/>
            <a:ext cx="791640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처음 열면 보이는 화면입니다.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723905" y="2743200"/>
            <a:ext cx="7916407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또는 Google 로 시작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하단에 이용약관·개인정보처리방침 링크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"받은 초대 링크로 열어 보기"로 초대 확인 화면 체험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가입한 적 있으면 바로 내 모임으로 이동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23905" y="5257800"/>
            <a:ext cx="7916407" cy="1005840"/>
          </a:xfrm>
          <a:prstGeom prst="roundRect">
            <a:avLst>
              <a:gd name="adj" fmla="val 10909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61065" y="5257800"/>
            <a:ext cx="76420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카카오·Google 로그인이 아니라 프로토타입의 가짜 로그인입니다.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1786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가입 동의·표시명 - 처음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506" y="1325880"/>
            <a:ext cx="1901389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96066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화면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517495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가입 동의·표시명 - 약관 전체 동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215" y="1325880"/>
            <a:ext cx="1901389" cy="4114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71775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전체 동의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9693203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가입 동의·표시명 - 표시명을 비웠을 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923" y="1325880"/>
            <a:ext cx="1901389" cy="4114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47483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표시명을 비웠을 때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731520"/>
            <a:ext cx="4198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1051560"/>
            <a:ext cx="41987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동의·표시명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1874520"/>
            <a:ext cx="4198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오신 분이 약관에 동의하고 모임에서 쓸 이름을 정합니다.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2743200"/>
            <a:ext cx="419878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"약관 전체 동의"로 한 번에 체크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이용약관·개인정보 수집은 필수, 마케팅·위치정보는 선택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표시명은 최대 20자, 중복도 가능, 나중에 변경 가능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동의와 표시명이 있어야 "동의하고 시작하기"가 켜짐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내 모임 목록 - 모임 목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목록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016653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내 모임 목록 - 아래로 내린 모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73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70933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아래로 내린 모습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941867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41867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모임 목록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941867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중인 모임을 최근 공동 활동순으로 보여줍니다.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941867" y="2743200"/>
            <a:ext cx="569844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대표 사진, 모임 이름, 방장/참여자, 인원(n/10명), 다음·최근 일정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기한이 7일 안으로 남은 모임은 빨간 안내와 "확인"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버튼: 초대 코드 참여, 모임 만들기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탭: 모임 · 내 기록 · 마이페이지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1445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모임 만들기 - 입력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165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95725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화면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355179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모임 만들기 - 일정 기간 고르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899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09459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기간 고르기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만들기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이름과 첫 일정을 함께 만듭니다.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743200"/>
            <a:ext cx="569844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이름(최대 50자), 첫 일정 제목(최대 100자)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기간: 시작·종료 날짜를 달력에서 선택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칸이 차야 "모임과 첫 일정 만들기"가 켜짐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정원은 10명 고정, 시간은 장소를 추가할 때 입력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모임 달력 - 방장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901389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 화면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678629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모임 달력 - 날짜를 눌렀을 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49" y="1325880"/>
            <a:ext cx="1901389" cy="4114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32909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날짜를 눌렀을 때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854337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모임 달력 - 참여자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57" y="1325880"/>
            <a:ext cx="1901389" cy="4114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08617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화면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441526" y="731520"/>
            <a:ext cx="4198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441526" y="1051560"/>
            <a:ext cx="41987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7441526" y="1874520"/>
            <a:ext cx="4198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모임의 일정을 한 달 단위로 봅니다.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441526" y="2743200"/>
            <a:ext cx="419878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 띠: 인원, 방장, 참여자 표시 (누르면 함께하는 친구)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칸에 일정 이름표. 하루에는 일정 하나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날 일정은 "1일차·2일차"로 날짜마다 표시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방장에게만 아래 "+ 일정 추가" 버튼이 보임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"초대·관리 ›"로 초대 화면 이동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1445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일정 목록 - 일정 목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165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95725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목록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355179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일정 목록 - ⋯ 메뉴(방장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899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09459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⋯ 메뉴(방장)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목록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"일정 목록" 탭에서 하루 일정이 날짜순 카드로 나옵니다.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743200"/>
            <a:ext cx="569844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카드: 그날의 제목, 날짜·장소 수, 첫 장소 외 n곳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날짜별 장소 화면으로 이동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방장은 오른쪽 ⋯에서 "일정 변경"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취소된 날은 취소선과 "취소된 일정" 표시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하루 일정 변경 - 여러 날 일정의 하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521111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날 일정의 하루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298351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하루 일정 변경 - 하루짜리 일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071" y="1737360"/>
            <a:ext cx="1521111" cy="3291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252631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하루짜리 일정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093782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하루 일정 변경 - 날짜 변경 달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502" y="1737360"/>
            <a:ext cx="1521111" cy="32918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048062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변경 달력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889213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3" descr="하루 일정 변경 - 일정 취소 확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933" y="1737360"/>
            <a:ext cx="1521111" cy="32918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843493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취소 확인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8096124" y="731520"/>
            <a:ext cx="354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 → 일정 변경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8096124" y="1051560"/>
            <a:ext cx="35441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일정 변경</a:t>
            </a:r>
            <a:endParaRPr lang="en-US" sz="2800" dirty="0"/>
          </a:p>
        </p:txBody>
      </p:sp>
      <p:sp>
        <p:nvSpPr>
          <p:cNvPr id="16" name="Text 10"/>
          <p:cNvSpPr txBox="1"/>
          <p:nvPr/>
        </p:nvSpPr>
        <p:spPr>
          <a:xfrm>
            <a:off x="8096124" y="1874520"/>
            <a:ext cx="35441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⋯ → 일정 변경을 누르면 그날 하나만 고칩니다.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096124" y="2743200"/>
            <a:ext cx="354418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제목과 날짜만 고침 (기간 칸 없음)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일정이 있는 날짜는 연하게 표시되어 고를 수 없음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"일정 취소(기록 보존)": 그날만 취소, 기록은 남음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날 일정 삭제": 장소가 없는 날만 가능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날짜를 옮기면 일차 번호가 자동으로 다시 매겨짐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1445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일정 추가 - 일정 추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165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95725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추가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355179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일정 추가 - 기간 선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899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09459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선택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 → 일정 추가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추가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기간을 정해 만들면 1일차·2일차·3일차로 나뉩니다.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743200"/>
            <a:ext cx="569844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제목(최대 100자)과 일정 기간(시작~종료)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"3일 동안"처럼 기간 일수를 배지로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일정이 있는 날짜가 들어 있으면 저장할 수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하루에는 일정을 하나만 만들 수 있음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초대·관리 - 초대·관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초대·관리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016653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초대·관리 - 이전 초대 목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73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70933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초대 목록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941867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 → 초대·관리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41867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초대·관리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941867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사진을 바꾸고 초대 코드를 발급·공유합니다.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941867" y="2743200"/>
            <a:ext cx="569844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위 "모임 사진"에서 대표 사진 변경 (방장만)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코드는 7일 동안, 확인 50회까지 유효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"링크 복사", "공유하기", "이 초대 취소하기"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초대는 사용 가능·소진·만료·취소 상태로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"새 초대 발급하기"로 새 코드 생성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941867" y="5257800"/>
            <a:ext cx="5698445" cy="1005840"/>
          </a:xfrm>
          <a:prstGeom prst="roundRect">
            <a:avLst>
              <a:gd name="adj" fmla="val 10909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79027" y="5257800"/>
            <a:ext cx="54241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사진은 앱을 다시 열면 처음 예시 사진으로 돌아갑니다.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87188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초대 확인·참여 - 정상 초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908" y="1737360"/>
            <a:ext cx="1521111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41468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초대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82619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초대 확인·참여 - 취소된 초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339" y="1737360"/>
            <a:ext cx="1521111" cy="3291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36899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취소된 초대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8278050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초대 확인·참여 - 다른 모임 예시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770" y="1737360"/>
            <a:ext cx="1521111" cy="32918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32330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모임 예시 1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10073481" y="1691640"/>
            <a:ext cx="1612551" cy="3383280"/>
          </a:xfrm>
          <a:prstGeom prst="roundRect">
            <a:avLst>
              <a:gd name="adj" fmla="val 907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3" descr="초대 확인·참여 - 다른 모임 예시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201" y="1737360"/>
            <a:ext cx="1521111" cy="32918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027761" y="5138928"/>
            <a:ext cx="1703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모임 예시 2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731520"/>
            <a:ext cx="3544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1051560"/>
            <a:ext cx="35441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확인·참여</a:t>
            </a:r>
            <a:endParaRPr lang="en-US" sz="28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1874520"/>
            <a:ext cx="35441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코드로 모임과 일정 요약을 확인하고 참여합니다.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2743200"/>
            <a:ext cx="354418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8자를 입력하고 "확인"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이름, 일정 요약, 보관 안내를 미리 확인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취소·만료된 코드는 안내만 표시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10명이 차면 참여할 수 없음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내보내진 모임에는 다시 참여할 수 없음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함께하는 친구 - 방장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901389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 화면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678629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함께하는 친구 - 내보내기 확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49" y="1325880"/>
            <a:ext cx="1901389" cy="4114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32909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 확인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854337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함께하는 친구 - 참여자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57" y="1325880"/>
            <a:ext cx="1901389" cy="4114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08617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화면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441526" y="731520"/>
            <a:ext cx="4198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요약 → 참여자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441526" y="1051560"/>
            <a:ext cx="41987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함께하는 친구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7441526" y="1874520"/>
            <a:ext cx="4198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 위쪽 인원 표시를 누르면 열립니다.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441526" y="2743200"/>
            <a:ext cx="419878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참여한 사람 목록과 방장·나 표시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방장은 사람마다 ⋯ → "내보내기"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내보낸 사람은 같은 초대로 다시 참여할 수 없음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화면에는 내보내기가 없음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441526" y="5257800"/>
            <a:ext cx="4198786" cy="1005840"/>
          </a:xfrm>
          <a:prstGeom prst="roundRect">
            <a:avLst>
              <a:gd name="adj" fmla="val 10909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578686" y="5257800"/>
            <a:ext cx="39244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초대·초대링크 복사 버튼은 아직 안내만 표시됩니다. 실제 공유는 초대·관리에서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1445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날짜별 장소 - 10월 17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165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95725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17일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355179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날짜별 장소 - 10월 24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899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09459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24일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→ 날짜별 장소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장소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모임의 모든 일정 날짜가 탭으로 나옵니다.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743200"/>
            <a:ext cx="569844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제목은 모임 이름, 탭은 모임 전체 날짜(취소된 날 제외)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아래에 그날의 제목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타임라인: 방문 시간, 장소 카드, 사진·동영상 개수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"편집"은 순서 편집, "장소 추가"는 장소 검색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장소 검색·순서 편집 - 장소 검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검색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016653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장소 검색·순서 편집 - 순서 편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73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70933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편집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941867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장소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41867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검색·순서 편집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941867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그날에 담을 장소를 찾고 순서와 시간을 정합니다.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941867" y="2743200"/>
            <a:ext cx="569844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검색창, 카테고리(관광지·맛집·카페·숙소), 지도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날짜에 이미 담은 장소는 다시 담지 않음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제목(최대 30자), 위·아래 화살표로 순서 변경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시간을 눌러 수정하고 "변경 저장"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1445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사진별 보기 - 사진별 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165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95725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사진별 보기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355179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사진별 보기 - 선택해서 다운받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899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09459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선택해서 다운받기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기록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사진별 보기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장소에 남긴 사진·동영상을 카드로 봅니다.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743200"/>
            <a:ext cx="569844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카드: 작성자, 시간, 설명 (날짜는 위에 있어 시간만)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동영상은 ▶ 표시와 길이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"최신순/오래된순" 정렬, "선택"으로 여러 장 고르기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"N개 다운받기" 버튼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5257800"/>
            <a:ext cx="5698445" cy="1005840"/>
          </a:xfrm>
          <a:prstGeom prst="roundRect">
            <a:avLst>
              <a:gd name="adj" fmla="val 10909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5257800"/>
            <a:ext cx="54241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갤러리에 저장하는 기능은 아직 연결 전이라 안내만 표시됩니다.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사람별 보기·올리기 - 사람별 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901389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사람별 보기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678629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사람별 보기·올리기 - ⋯ 메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49" y="1325880"/>
            <a:ext cx="1901389" cy="4114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32909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⋯ 메뉴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854337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사람별 보기·올리기 - 사진·동영상 올리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57" y="1325880"/>
            <a:ext cx="1901389" cy="4114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08617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사진·동영상 올리기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441526" y="731520"/>
            <a:ext cx="4198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기록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441526" y="1051560"/>
            <a:ext cx="41987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사람별 보기·올리기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7441526" y="1874520"/>
            <a:ext cx="4198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토글로 사람별로 모아 보고, 새로 올립니다.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441526" y="2743200"/>
            <a:ext cx="419878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올린 사진·동영상을 격자로 묶어서 보기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"+N"으로 펼치고 "접기"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⋯ → "사진 다운받기"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올리기 창: 최대 10개, 중복 파일 제외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441526" y="5257800"/>
            <a:ext cx="4198786" cy="1005840"/>
          </a:xfrm>
          <a:prstGeom prst="roundRect">
            <a:avLst>
              <a:gd name="adj" fmla="val 10909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578686" y="5257800"/>
            <a:ext cx="39244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다운로드와 실제 업로드는 아직 연결 전입니다.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1445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마이페이지 - 마이페이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165" y="960120"/>
            <a:ext cx="223941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95725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9355179" y="914400"/>
            <a:ext cx="2330853" cy="4937760"/>
          </a:xfrm>
          <a:prstGeom prst="roundRect">
            <a:avLst>
              <a:gd name="adj" fmla="val 62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마이페이지 - 닉네임 변경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899" y="960120"/>
            <a:ext cx="2239413" cy="4846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09459" y="5916168"/>
            <a:ext cx="2422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변경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731520"/>
            <a:ext cx="5698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051560"/>
            <a:ext cx="56984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874520"/>
            <a:ext cx="56984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모임 아래 탭의 "마이페이지"로 들어옵니다.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743200"/>
            <a:ext cx="569844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사진(누르면 변경)과 닉네임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"참여한 모임" 카드를 누르면 내 모임으로 이동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"닉네임 변경"(최대 12자), 오른쪽 위 톱니바퀴로 설정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아래 "공지사항 | 고객센터"(화면 준비 중)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설정 - 설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901389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678629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설정 - 초대코드 입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49" y="1325880"/>
            <a:ext cx="1901389" cy="4114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32909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초대코드 입력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854337" y="1280160"/>
            <a:ext cx="1992829" cy="4206240"/>
          </a:xfrm>
          <a:prstGeom prst="roundRect">
            <a:avLst>
              <a:gd name="adj" fmla="val 73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9" name="Image 2" descr="설정 - 로그아웃 확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57" y="1325880"/>
            <a:ext cx="1901389" cy="4114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08617" y="5550408"/>
            <a:ext cx="2084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확인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441526" y="731520"/>
            <a:ext cx="41987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→ 설정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441526" y="1051560"/>
            <a:ext cx="41987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7441526" y="1874520"/>
            <a:ext cx="41987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필요한 항목만 모았습니다.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441526" y="2743200"/>
            <a:ext cx="419878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및 계정, 초대코드 입력, 위치 서비스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약관 4종, 로그아웃, 서비스 탈퇴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초대코드를 입력하면 초대 확인·참여 화면으로 이동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로그아웃하면 로그인 화면으로 돌아감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441526" y="5257800"/>
            <a:ext cx="4198786" cy="1005840"/>
          </a:xfrm>
          <a:prstGeom prst="roundRect">
            <a:avLst>
              <a:gd name="adj" fmla="val 10909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578686" y="5257800"/>
            <a:ext cx="39244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내용과 서비스 탈퇴는 아직 연결 전입니다.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9407" y="594360"/>
            <a:ext cx="2626625" cy="5577840"/>
          </a:xfrm>
          <a:prstGeom prst="roundRect">
            <a:avLst>
              <a:gd name="adj" fmla="val 557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프로필 및 계정 - 프로필 및 계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127" y="640080"/>
            <a:ext cx="2535185" cy="5486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013687" y="6236208"/>
            <a:ext cx="27180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및 계정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79164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→ 프로필 및 계정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7916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및 계정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791640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사진과 닉네임을 고치고 로그인 방식을 봅니다.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7916407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프로필 사진 (누르면 변경)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아래 "수정"으로 닉네임 변경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고른 사진이 있으면 "기본 사진으로 되돌리기"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 방식" 줄에 로그인한 서비스 표시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7916407" cy="1005840"/>
          </a:xfrm>
          <a:prstGeom prst="roundRect">
            <a:avLst>
              <a:gd name="adj" fmla="val 10909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257800"/>
            <a:ext cx="76420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pPr indent="0" marL="0">
              <a:buNone/>
            </a:pPr>
            <a:r>
              <a:rPr lang="en-US" sz="1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"카카오"는 프로토타입의 고정 예시값입니다.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규칙 한눈에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하루에 일정 하나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모임에서는 같은 날짜에 일정을 둘 이상 만들 수 없습니다. 이미 일정이 있는 날짜가 들어 있으면 저장되지 않고 안내가 나옵니다.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→ 일차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기간을 정해 만들면 날짜마다 1일차·2일차·3일차로 나뉩니다. 날짜 제목을 적지 않으면 "1일차 · 일정 이름"으로 보입니다.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하루씩 고치기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달력에서는 하루가 일정 한 줄입니다. ⋯ → 일정 변경은 그날의 제목과 날짜만 고치고, 취소·삭제도 그날 하나에만 적용됩니다.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7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방장과 참여자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추가·변경·취소, 모임 사진 변경, 참여자 내보내기는 방장만 할 수 있습니다. 참여자는 보기와 초대 발급·공유를 할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연결되지 않은 기능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만들어져 있고, 누르면 "준비 중/연결 전" 안내가 나오거나 앱을 다시 열면 처음 예시로 돌아가는 항목입니다.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0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로그인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카카오·Google 연동과 계정 서버 필요 (지금은 가짜 로그인)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모임·일정·초대 저장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저장 필요. 지금은 앱을 다시 열면 처음 예시로 돌아감 (모임 사진·취소·내보내기 포함)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다운로드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갤러리 저장 권한과 파일 저장 모듈 추가, 앱 재빌드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사진·동영상 업로드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구현 영역 (연결 지점만 준비됨)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 초대 버튼 (함께하는 친구)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연동 필요. 링크 복사·공유는 초대·관리 화면에서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탈퇴 · 공지사항 · 고객센터 · 약관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91F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화면과 문구 확정 후 제작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 THAT PLACE 전체 화면 정리</dc:title>
  <dc:subject>PptxGenJS Presentation</dc:subject>
  <dc:creator>PptxGenJS</dc:creator>
  <cp:lastModifiedBy>PptxGenJS</cp:lastModifiedBy>
  <cp:revision>1</cp:revision>
  <dcterms:created xsi:type="dcterms:W3CDTF">2026-10-30T14:34:49Z</dcterms:created>
  <dcterms:modified xsi:type="dcterms:W3CDTF">2026-10-30T14:34:49Z</dcterms:modified>
</cp:coreProperties>
</file>