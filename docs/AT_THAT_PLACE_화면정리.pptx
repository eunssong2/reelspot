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7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FFFFFF"/>
                </a:solidFill>
              </a:rPr>
              <a:t>AT THAT PLACE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화면 구성 및 기능 정리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데모 앱 · 화면별 캡처와 기능 설명 · 2026.10.28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F28"/>
                </a:solidFill>
              </a:rPr>
              <a:t>전체 화면 흐름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706B"/>
                </a:solidFill>
              </a:rPr>
              <a:t>일정 기록 흐름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011680" cy="731520"/>
          </a:xfrm>
          <a:prstGeom prst="roundRect">
            <a:avLst>
              <a:gd name="adj" fmla="val 18750"/>
            </a:avLst>
          </a:prstGeom>
          <a:solidFill>
            <a:srgbClr val="F1706B"/>
          </a:solidFill>
          <a:ln w="12700">
            <a:solidFill>
              <a:srgbClr val="F170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홈 (일정 선택)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1920240"/>
            <a:ext cx="2011680" cy="731520"/>
          </a:xfrm>
          <a:prstGeom prst="roundRect">
            <a:avLst>
              <a:gd name="adj" fmla="val 18750"/>
            </a:avLst>
          </a:prstGeom>
          <a:solidFill>
            <a:srgbClr val="F1706B"/>
          </a:solidFill>
          <a:ln w="12700">
            <a:solidFill>
              <a:srgbClr val="F170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00400" y="1920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일정 요약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60720" y="1920240"/>
            <a:ext cx="2011680" cy="731520"/>
          </a:xfrm>
          <a:prstGeom prst="roundRect">
            <a:avLst>
              <a:gd name="adj" fmla="val 18750"/>
            </a:avLst>
          </a:prstGeom>
          <a:solidFill>
            <a:srgbClr val="F1706B"/>
          </a:solidFill>
          <a:ln w="12700">
            <a:solidFill>
              <a:srgbClr val="F170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60720" y="1920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날짜별 장소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321040" y="1920240"/>
            <a:ext cx="3200400" cy="731520"/>
          </a:xfrm>
          <a:prstGeom prst="roundRect">
            <a:avLst>
              <a:gd name="adj" fmla="val 18750"/>
            </a:avLst>
          </a:prstGeom>
          <a:solidFill>
            <a:srgbClr val="F1706B"/>
          </a:solidFill>
          <a:ln w="12700">
            <a:solidFill>
              <a:srgbClr val="F170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920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장소 기록 (사진·동영상)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651760" y="2286000"/>
            <a:ext cx="548640" cy="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12080" y="2286000"/>
            <a:ext cx="548640" cy="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72400" y="2286000"/>
            <a:ext cx="548640" cy="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00400" y="3200400"/>
            <a:ext cx="2011680" cy="731520"/>
          </a:xfrm>
          <a:prstGeom prst="roundRect">
            <a:avLst>
              <a:gd name="adj" fmla="val 1875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00400" y="3200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F28"/>
                </a:solidFill>
              </a:rPr>
              <a:t>일정 추가 (달력)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00400" y="4297680"/>
            <a:ext cx="2011680" cy="731520"/>
          </a:xfrm>
          <a:prstGeom prst="roundRect">
            <a:avLst>
              <a:gd name="adj" fmla="val 1875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00400" y="4297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F28"/>
                </a:solidFill>
              </a:rPr>
              <a:t>함께하는 친구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760720" y="3200400"/>
            <a:ext cx="2011680" cy="731520"/>
          </a:xfrm>
          <a:prstGeom prst="roundRect">
            <a:avLst>
              <a:gd name="adj" fmla="val 1875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3200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F28"/>
                </a:solidFill>
              </a:rPr>
              <a:t>장소 검색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760720" y="4297680"/>
            <a:ext cx="2011680" cy="731520"/>
          </a:xfrm>
          <a:prstGeom prst="roundRect">
            <a:avLst>
              <a:gd name="adj" fmla="val 1875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0" y="4297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F28"/>
                </a:solidFill>
              </a:rPr>
              <a:t>순서 편집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321040" y="3200400"/>
            <a:ext cx="3200400" cy="731520"/>
          </a:xfrm>
          <a:prstGeom prst="roundRect">
            <a:avLst>
              <a:gd name="adj" fmla="val 1875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21040" y="3200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F28"/>
                </a:solidFill>
              </a:rPr>
              <a:t>사람별 보기 · 선택 다운로드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321040" y="4297680"/>
            <a:ext cx="3200400" cy="731520"/>
          </a:xfrm>
          <a:prstGeom prst="roundRect">
            <a:avLst>
              <a:gd name="adj" fmla="val 1875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21040" y="4297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F28"/>
                </a:solidFill>
              </a:rPr>
              <a:t>사진·동영상 올리기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206240" y="2651760"/>
            <a:ext cx="0" cy="54864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206240" y="3931920"/>
            <a:ext cx="0" cy="36576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766560" y="2651760"/>
            <a:ext cx="0" cy="54864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766560" y="3931920"/>
            <a:ext cx="0" cy="36576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921240" y="2651760"/>
            <a:ext cx="0" cy="54864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921240" y="3931920"/>
            <a:ext cx="0" cy="36576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640080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706B"/>
                </a:solidFill>
              </a:rPr>
              <a:t>내 정보 흐름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" y="5760720"/>
            <a:ext cx="2011680" cy="731520"/>
          </a:xfrm>
          <a:prstGeom prst="roundRect">
            <a:avLst>
              <a:gd name="adj" fmla="val 18750"/>
            </a:avLst>
          </a:prstGeom>
          <a:solidFill>
            <a:srgbClr val="F1706B"/>
          </a:solidFill>
          <a:ln w="12700">
            <a:solidFill>
              <a:srgbClr val="F1706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5760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마이페이지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200400" y="5760720"/>
            <a:ext cx="2011680" cy="731520"/>
          </a:xfrm>
          <a:prstGeom prst="roundRect">
            <a:avLst>
              <a:gd name="adj" fmla="val 1875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200400" y="5760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F28"/>
                </a:solidFill>
              </a:rPr>
              <a:t>설정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760720" y="5760720"/>
            <a:ext cx="2377440" cy="731520"/>
          </a:xfrm>
          <a:prstGeom prst="roundRect">
            <a:avLst>
              <a:gd name="adj" fmla="val 1875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760720" y="5760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F28"/>
                </a:solidFill>
              </a:rPr>
              <a:t>프로필 및 계정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2651760" y="6126480"/>
            <a:ext cx="548640" cy="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212080" y="6126480"/>
            <a:ext cx="548640" cy="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8321040" y="5760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</a:rPr>
              <a:t>홈 오른쪽 위 "마이페이지" 버튼에서 시작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" y="502920"/>
            <a:ext cx="2771672" cy="5870448"/>
          </a:xfrm>
          <a:prstGeom prst="roundRect">
            <a:avLst>
              <a:gd name="adj" fmla="val 6598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일정 선택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57784"/>
            <a:ext cx="2661944" cy="5760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216424" y="822960"/>
            <a:ext cx="7149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706B"/>
                </a:solidFill>
              </a:rPr>
              <a:t>홈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216424" y="1188720"/>
            <a:ext cx="7149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F28"/>
                </a:solidFill>
              </a:rPr>
              <a:t>일정 선택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4216424" y="2103120"/>
            <a:ext cx="7149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684"/>
                </a:solidFill>
              </a:rPr>
              <a:t>앱을 열면 가장 먼저 보이는 화면입니다.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216424" y="2926080"/>
            <a:ext cx="714956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일정 버튼 2개: 3일 일정 "우리의 서울 여행", 하루 일정 "성수 당일치기"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버튼에 일정 기간과 일수를 함께 표시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오른쪽 위 "마이페이지" 버튼으로 내 정보 화면 이동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일정을 누르면 일정 요약 화면으로 이동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9184" y="502920"/>
            <a:ext cx="2771672" cy="5870448"/>
          </a:xfrm>
          <a:prstGeom prst="roundRect">
            <a:avLst>
              <a:gd name="adj" fmla="val 6598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일정 한눈에 보기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4048" y="557784"/>
            <a:ext cx="2661944" cy="5760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822960"/>
            <a:ext cx="7149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706B"/>
                </a:solidFill>
              </a:rPr>
              <a:t>일정 요약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188720"/>
            <a:ext cx="7149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F28"/>
                </a:solidFill>
              </a:rPr>
              <a:t>일정 한눈에 보기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03120"/>
            <a:ext cx="7149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684"/>
                </a:solidFill>
              </a:rPr>
              <a:t>선택한 일정의 이름·기간·인원과 날짜별 요약을 보여줍니다.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714956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위쪽 대표(배경) 사진과 "배경 변경" 버튼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일정 이름, 기간, 인원수, 참여자 프로필 묶음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날짜별 카드: 제목, 장소 수, 사진·동영상 개수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장소가 없는 날은 "아직 정한 장소가 없어요"로 안내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맨 아래 "일정 추가" 버튼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" y="502920"/>
            <a:ext cx="2771672" cy="5870448"/>
          </a:xfrm>
          <a:prstGeom prst="roundRect">
            <a:avLst>
              <a:gd name="adj" fmla="val 6598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달력에서 날짜 골라 추가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57784"/>
            <a:ext cx="2661944" cy="5760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216424" y="822960"/>
            <a:ext cx="7149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706B"/>
                </a:solidFill>
              </a:rPr>
              <a:t>일정 추가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216424" y="1188720"/>
            <a:ext cx="7149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F28"/>
                </a:solidFill>
              </a:rPr>
              <a:t>달력에서 날짜 골라 추가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4216424" y="2103120"/>
            <a:ext cx="7149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684"/>
                </a:solidFill>
              </a:rPr>
              <a:t>"일정 추가"를 누르면 달력이 열리고, 날짜를 하나 또는 여러 개 고를 수 있습니다.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216424" y="2926080"/>
            <a:ext cx="714956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날짜를 누르면 선택, 다시 누르면 해제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이어지지 않는 날짜도 선택 가능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이미 일정에 있는 날짜는 연한 분홍으로 표시하고 선택 불가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"N일 추가"로 확정하면 날짜순 정렬, 일차·기간 자동 계산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기존 날짜의 장소·기록은 그대로 유지, 최대 30일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9184" y="502920"/>
            <a:ext cx="2771672" cy="5870448"/>
          </a:xfrm>
          <a:prstGeom prst="roundRect">
            <a:avLst>
              <a:gd name="adj" fmla="val 6598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함께하는 친구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4048" y="557784"/>
            <a:ext cx="2661944" cy="5760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822960"/>
            <a:ext cx="7149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706B"/>
                </a:solidFill>
              </a:rPr>
              <a:t>일정 요약 → 참여자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188720"/>
            <a:ext cx="7149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F28"/>
                </a:solidFill>
              </a:rPr>
              <a:t>함께하는 친구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03120"/>
            <a:ext cx="7149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684"/>
                </a:solidFill>
              </a:rPr>
              <a:t>일정 요약의 프로필 사진 묶음을 누르면 열립니다.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71495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일정 이름과 함께하는 친구 수, 최대 10명 안내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카카오톡 초대 · 초대링크 복사 버튼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참여한 사람 목록(프로필 사진과 이름)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내 항목에는 마이페이지에서 바꾼 닉네임·사진이 반영됨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5440680"/>
            <a:ext cx="7149568" cy="822960"/>
          </a:xfrm>
          <a:prstGeom prst="roundRect">
            <a:avLst>
              <a:gd name="adj" fmla="val 13333"/>
            </a:avLst>
          </a:prstGeom>
          <a:solidFill>
            <a:srgbClr val="FDEDEB"/>
          </a:solidFill>
          <a:ln w="12700">
            <a:solidFill>
              <a:srgbClr val="FDED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5440680"/>
            <a:ext cx="6783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706B"/>
                </a:solidFill>
              </a:rPr>
              <a:t>아직 연결 전  </a:t>
            </a:r>
            <a:pPr indent="0" marL="0">
              <a:buNone/>
            </a:pPr>
            <a:r>
              <a:rPr lang="en-US" sz="1300" dirty="0">
                <a:solidFill>
                  <a:srgbClr val="191F28"/>
                </a:solidFill>
              </a:rPr>
              <a:t>초대 버튼은 카카오 연동과 초대 링크 서버가 없어 아직 안내 문구만 표시됩니다.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" y="502920"/>
            <a:ext cx="2771672" cy="5870448"/>
          </a:xfrm>
          <a:prstGeom prst="roundRect">
            <a:avLst>
              <a:gd name="adj" fmla="val 6598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하루 일정 타임라인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57784"/>
            <a:ext cx="2661944" cy="5760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216424" y="822960"/>
            <a:ext cx="7149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706B"/>
                </a:solidFill>
              </a:rPr>
              <a:t>날짜별 장소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216424" y="1188720"/>
            <a:ext cx="7149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F28"/>
                </a:solidFill>
              </a:rPr>
              <a:t>하루 일정 타임라인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4216424" y="2103120"/>
            <a:ext cx="7149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684"/>
                </a:solidFill>
              </a:rPr>
              <a:t>날짜 탭으로 하루씩 넘겨 보며 그날의 장소를 방문 시간 순서로 봅니다.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216424" y="2926080"/>
            <a:ext cx="714956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위쪽 날짜 탭과 그날의 제목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장소 카드: 방문 시간, 번호, 사진·동영상 개수 (기록이 없으면 "아직 기록 없음")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장소 카드를 누르면 장소 기록 화면으로 이동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"편집"으로 순서 편집, "장소 추가"로 장소 검색 이동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9184" y="502920"/>
            <a:ext cx="2771672" cy="5870448"/>
          </a:xfrm>
          <a:prstGeom prst="roundRect">
            <a:avLst>
              <a:gd name="adj" fmla="val 6598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장소 검색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4048" y="557784"/>
            <a:ext cx="2661944" cy="5760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822960"/>
            <a:ext cx="7149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706B"/>
                </a:solidFill>
              </a:rPr>
              <a:t>장소 추가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188720"/>
            <a:ext cx="7149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F28"/>
                </a:solidFill>
              </a:rPr>
              <a:t>장소 검색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03120"/>
            <a:ext cx="7149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684"/>
                </a:solidFill>
              </a:rPr>
              <a:t>검색해서 선택한 날짜에 장소를 담습니다.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714956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검색창과 카테고리 칩(전체·관광지·맛집·카페·숙소)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예시 검색(오프라인)과 실제 지도(인터넷 필요) 중 선택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지도에 핀으로 위치를 표시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같은 날짜에 이미 담긴 장소는 다시 담지 않음 (다른 날짜에는 가능)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" y="502920"/>
            <a:ext cx="2771672" cy="5870448"/>
          </a:xfrm>
          <a:prstGeom prst="roundRect">
            <a:avLst>
              <a:gd name="adj" fmla="val 6598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장소 순서·시간 편집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57784"/>
            <a:ext cx="2661944" cy="5760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216424" y="822960"/>
            <a:ext cx="7149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706B"/>
                </a:solidFill>
              </a:rPr>
              <a:t>순서 편집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216424" y="1188720"/>
            <a:ext cx="7149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F28"/>
                </a:solidFill>
              </a:rPr>
              <a:t>장소 순서·시간 편집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4216424" y="2103120"/>
            <a:ext cx="7149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684"/>
                </a:solidFill>
              </a:rPr>
              <a:t>그날의 장소 순서와 방문 시간, 날짜 제목을 고칩니다.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216424" y="2926080"/>
            <a:ext cx="714956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날짜 제목 입력 (최대 30자, 글자 수 표시)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위·아래 화살표로 장소 순서 변경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방문 시간을 눌러 시간 수정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"변경 저장"을 누르면 일정에 반영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9184" y="502920"/>
            <a:ext cx="2771672" cy="5870448"/>
          </a:xfrm>
          <a:prstGeom prst="roundRect">
            <a:avLst>
              <a:gd name="adj" fmla="val 6598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사진별 보기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4048" y="557784"/>
            <a:ext cx="2661944" cy="5760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822960"/>
            <a:ext cx="7149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706B"/>
                </a:solidFill>
              </a:rPr>
              <a:t>장소 기록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188720"/>
            <a:ext cx="7149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F28"/>
                </a:solidFill>
              </a:rPr>
              <a:t>사진별 보기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03120"/>
            <a:ext cx="7149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684"/>
                </a:solidFill>
              </a:rPr>
              <a:t>한 장소에 스팟원들이 남긴 사진·동영상을 카드로 모아 봅니다.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714956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카드마다 작성자, 시간, 설명 표시 (날짜는 위 부제목에 있어 시간만)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동영상은 ▶ 표시와 길이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카드를 누르면 크게 보기·재생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오른쪽 위 "최신순/오래된순" 정렬, "선택" 버튼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사진별 / 사람별 보기는 아이콘 토글로 전환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" y="502920"/>
            <a:ext cx="2771672" cy="5870448"/>
          </a:xfrm>
          <a:prstGeom prst="roundRect">
            <a:avLst>
              <a:gd name="adj" fmla="val 6598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사진 선택 후 다운로드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57784"/>
            <a:ext cx="2661944" cy="5760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216424" y="822960"/>
            <a:ext cx="7149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706B"/>
                </a:solidFill>
              </a:rPr>
              <a:t>장소 기록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216424" y="1188720"/>
            <a:ext cx="7149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F28"/>
                </a:solidFill>
              </a:rPr>
              <a:t>사진 선택 후 다운로드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4216424" y="2103120"/>
            <a:ext cx="7149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684"/>
                </a:solidFill>
              </a:rPr>
              <a:t>사진별 보기의 "선택"을 눌러 여러 장을 고릅니다.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216424" y="2926080"/>
            <a:ext cx="71495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카드마다 체크 원이 나타나고, 누르면 선택/해제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"전체 선택" / "취소" 버튼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아래에 "N개 다운받기" 버튼 표시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16424" y="5440680"/>
            <a:ext cx="7149568" cy="822960"/>
          </a:xfrm>
          <a:prstGeom prst="roundRect">
            <a:avLst>
              <a:gd name="adj" fmla="val 13333"/>
            </a:avLst>
          </a:prstGeom>
          <a:solidFill>
            <a:srgbClr val="FDEDEB"/>
          </a:solidFill>
          <a:ln w="12700">
            <a:solidFill>
              <a:srgbClr val="FDED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99304" y="5440680"/>
            <a:ext cx="6783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706B"/>
                </a:solidFill>
              </a:rPr>
              <a:t>아직 연결 전  </a:t>
            </a:r>
            <a:pPr indent="0" marL="0">
              <a:buNone/>
            </a:pPr>
            <a:r>
              <a:rPr lang="en-US" sz="1300" dirty="0">
                <a:solidFill>
                  <a:srgbClr val="191F28"/>
                </a:solidFill>
              </a:rPr>
              <a:t>기기 갤러리에 저장하는 기능은 아직 연결 전이라, 누르면 안내 문구가 표시됩니다.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9184" y="502920"/>
            <a:ext cx="2771672" cy="5870448"/>
          </a:xfrm>
          <a:prstGeom prst="roundRect">
            <a:avLst>
              <a:gd name="adj" fmla="val 6598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사람별 보기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4048" y="557784"/>
            <a:ext cx="2661944" cy="5760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822960"/>
            <a:ext cx="7149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706B"/>
                </a:solidFill>
              </a:rPr>
              <a:t>장소 기록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188720"/>
            <a:ext cx="7149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F28"/>
                </a:solidFill>
              </a:rPr>
              <a:t>사람별 보기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03120"/>
            <a:ext cx="7149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684"/>
                </a:solidFill>
              </a:rPr>
              <a:t>스팟원별로 올린 사진·동영상을 한 묶음씩 봅니다.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714956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사람마다 프로필, 사진·동영상 개수, 올린 시간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사진 수에 따라 1장은 크게, 2장은 나란히, 3장은 위 1 + 아래 2, 4장 이상은 2×2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5장 이상이면 "+N"을 눌러 펼치고 "접기"로 되돌림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오른쪽 위 ⋯ 버튼으로 메뉴 열기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" y="502920"/>
            <a:ext cx="2771672" cy="5870448"/>
          </a:xfrm>
          <a:prstGeom prst="roundRect">
            <a:avLst>
              <a:gd name="adj" fmla="val 6598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사람별 ⋯ 메뉴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57784"/>
            <a:ext cx="2661944" cy="5760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216424" y="822960"/>
            <a:ext cx="7149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706B"/>
                </a:solidFill>
              </a:rPr>
              <a:t>장소 기록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216424" y="1188720"/>
            <a:ext cx="7149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F28"/>
                </a:solidFill>
              </a:rPr>
              <a:t>사람별 ⋯ 메뉴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4216424" y="2103120"/>
            <a:ext cx="7149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684"/>
                </a:solidFill>
              </a:rPr>
              <a:t>사람별 보기에서 ⋯ 버튼을 누르면 아래에서 메뉴가 올라옵니다.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216424" y="2926080"/>
            <a:ext cx="71495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"사진 다운받기": 그 사람이 올린 사진을 모두 저장 대상으로 지정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바깥 어두운 영역을 누르면 닫힘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16424" y="5440680"/>
            <a:ext cx="7149568" cy="822960"/>
          </a:xfrm>
          <a:prstGeom prst="roundRect">
            <a:avLst>
              <a:gd name="adj" fmla="val 13333"/>
            </a:avLst>
          </a:prstGeom>
          <a:solidFill>
            <a:srgbClr val="FDEDEB"/>
          </a:solidFill>
          <a:ln w="12700">
            <a:solidFill>
              <a:srgbClr val="FDED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99304" y="5440680"/>
            <a:ext cx="6783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706B"/>
                </a:solidFill>
              </a:rPr>
              <a:t>아직 연결 전  </a:t>
            </a:r>
            <a:pPr indent="0" marL="0">
              <a:buNone/>
            </a:pPr>
            <a:r>
              <a:rPr lang="en-US" sz="1300" dirty="0">
                <a:solidFill>
                  <a:srgbClr val="191F28"/>
                </a:solidFill>
              </a:rPr>
              <a:t>선택 다운로드와 마찬가지로 기기 저장 기능은 아직 연결 전입니다.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9184" y="502920"/>
            <a:ext cx="2771672" cy="5870448"/>
          </a:xfrm>
          <a:prstGeom prst="roundRect">
            <a:avLst>
              <a:gd name="adj" fmla="val 6598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사진·동영상 올리기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4048" y="557784"/>
            <a:ext cx="2661944" cy="5760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822960"/>
            <a:ext cx="7149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706B"/>
                </a:solidFill>
              </a:rPr>
              <a:t>장소 기록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188720"/>
            <a:ext cx="7149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F28"/>
                </a:solidFill>
              </a:rPr>
              <a:t>사진·동영상 올리기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03120"/>
            <a:ext cx="7149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684"/>
                </a:solidFill>
              </a:rPr>
              <a:t>"사진·동영상 올리기"를 누르면 아래에서 올리기 창이 열립니다.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71495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앨범에서 고르기 또는 촬영 선택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한 번에 최대 10개, 같은 파일은 중복으로 담지 않음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고른 항목은 작은 썸네일로 보이고 하나씩 뺄 수 있음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"업로드하기" 버튼으로 확정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5440680"/>
            <a:ext cx="7149568" cy="822960"/>
          </a:xfrm>
          <a:prstGeom prst="roundRect">
            <a:avLst>
              <a:gd name="adj" fmla="val 13333"/>
            </a:avLst>
          </a:prstGeom>
          <a:solidFill>
            <a:srgbClr val="FDEDEB"/>
          </a:solidFill>
          <a:ln w="12700">
            <a:solidFill>
              <a:srgbClr val="FDED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5440680"/>
            <a:ext cx="6783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706B"/>
                </a:solidFill>
              </a:rPr>
              <a:t>아직 연결 전  </a:t>
            </a:r>
            <a:pPr indent="0" marL="0">
              <a:buNone/>
            </a:pPr>
            <a:r>
              <a:rPr lang="en-US" sz="1300" dirty="0">
                <a:solidFill>
                  <a:srgbClr val="191F28"/>
                </a:solidFill>
              </a:rPr>
              <a:t>실제 업로드 처리는 팀원 구현 영역이라, 아직 연결되지 않았다는 안내가 표시됩니다.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" y="502920"/>
            <a:ext cx="2771672" cy="5870448"/>
          </a:xfrm>
          <a:prstGeom prst="roundRect">
            <a:avLst>
              <a:gd name="adj" fmla="val 6598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내 프로필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57784"/>
            <a:ext cx="2661944" cy="5760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216424" y="822960"/>
            <a:ext cx="7149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706B"/>
                </a:solidFill>
              </a:rPr>
              <a:t>마이페이지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216424" y="1188720"/>
            <a:ext cx="7149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F28"/>
                </a:solidFill>
              </a:rPr>
              <a:t>내 프로필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4216424" y="2103120"/>
            <a:ext cx="7149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684"/>
                </a:solidFill>
              </a:rPr>
              <a:t>홈 오른쪽 위 "마이페이지" 버튼으로 들어옵니다.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216424" y="2926080"/>
            <a:ext cx="714956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프로필 사진(누르면 앨범에서 변경)과 닉네임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"참여한 모임" 개수 카드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"닉네임 변경" 버튼 (최대 12자)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오른쪽 위 톱니바퀴로 설정 이동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맨 아래 "공지사항 | 고객센터" (화면은 준비 중)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9184" y="502920"/>
            <a:ext cx="2771672" cy="5870448"/>
          </a:xfrm>
          <a:prstGeom prst="roundRect">
            <a:avLst>
              <a:gd name="adj" fmla="val 6598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설정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4048" y="557784"/>
            <a:ext cx="2661944" cy="5760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822960"/>
            <a:ext cx="7149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706B"/>
                </a:solidFill>
              </a:rPr>
              <a:t>마이페이지 → 설정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188720"/>
            <a:ext cx="7149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F28"/>
                </a:solidFill>
              </a:rPr>
              <a:t>설정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03120"/>
            <a:ext cx="7149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684"/>
                </a:solidFill>
              </a:rPr>
              <a:t>꼭 필요한 항목만 모았습니다.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71495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프로필 및 계정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친구초대: 초대코드 입력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서비스 설정: 위치 서비스 (기기 설정 화면으로 이동)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서비스 약관 4종: 이용약관, 개인정보 처리방침, 위치정보 이용약관, 이용정책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로그아웃, 서비스 탈퇴 (확인 창 표시)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5440680"/>
            <a:ext cx="7149568" cy="822960"/>
          </a:xfrm>
          <a:prstGeom prst="roundRect">
            <a:avLst>
              <a:gd name="adj" fmla="val 13333"/>
            </a:avLst>
          </a:prstGeom>
          <a:solidFill>
            <a:srgbClr val="FDEDEB"/>
          </a:solidFill>
          <a:ln w="12700">
            <a:solidFill>
              <a:srgbClr val="FDED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5440680"/>
            <a:ext cx="6783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706B"/>
                </a:solidFill>
              </a:rPr>
              <a:t>아직 연결 전  </a:t>
            </a:r>
            <a:pPr indent="0" marL="0">
              <a:buNone/>
            </a:pPr>
            <a:r>
              <a:rPr lang="en-US" sz="1300" dirty="0">
                <a:solidFill>
                  <a:srgbClr val="191F28"/>
                </a:solidFill>
              </a:rPr>
              <a:t>초대코드·약관 내용·로그아웃·탈퇴는 아직 연결 전이라 안내 문구만 표시됩니다.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" y="502920"/>
            <a:ext cx="2771672" cy="5870448"/>
          </a:xfrm>
          <a:prstGeom prst="roundRect">
            <a:avLst>
              <a:gd name="adj" fmla="val 6598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프로필 및 계정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57784"/>
            <a:ext cx="2661944" cy="5760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216424" y="822960"/>
            <a:ext cx="7149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706B"/>
                </a:solidFill>
              </a:rPr>
              <a:t>설정 → 프로필 및 계정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216424" y="1188720"/>
            <a:ext cx="7149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F28"/>
                </a:solidFill>
              </a:rPr>
              <a:t>프로필 및 계정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4216424" y="2103120"/>
            <a:ext cx="7149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684"/>
                </a:solidFill>
              </a:rPr>
              <a:t>프로필 사진과 닉네임을 고치고 로그인 방식을 확인합니다.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216424" y="2926080"/>
            <a:ext cx="71495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큰 프로필 사진 (누르면 변경)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닉네임 아래 "수정"으로 닉네임 변경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직접 고른 사진이 있으면 "기본 사진으로 되돌리기"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</a:rPr>
              <a:t>"로그인 방식" 줄에 로그인한 서비스(카카오) 표시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16424" y="5440680"/>
            <a:ext cx="7149568" cy="822960"/>
          </a:xfrm>
          <a:prstGeom prst="roundRect">
            <a:avLst>
              <a:gd name="adj" fmla="val 13333"/>
            </a:avLst>
          </a:prstGeom>
          <a:solidFill>
            <a:srgbClr val="FDEDEB"/>
          </a:solidFill>
          <a:ln w="12700">
            <a:solidFill>
              <a:srgbClr val="FDED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99304" y="5440680"/>
            <a:ext cx="6783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706B"/>
                </a:solidFill>
              </a:rPr>
              <a:t>아직 연결 전  </a:t>
            </a:r>
            <a:pPr indent="0" marL="0">
              <a:buNone/>
            </a:pPr>
            <a:r>
              <a:rPr lang="en-US" sz="1300" dirty="0">
                <a:solidFill>
                  <a:srgbClr val="191F28"/>
                </a:solidFill>
              </a:rPr>
              <a:t>로그인 기능이 아직 없어 "카카오"는 예시로 고정한 값입니다.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F28"/>
                </a:solidFill>
              </a:rPr>
              <a:t>아직 연결되지 않은 기능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684"/>
                </a:solidFill>
              </a:rPr>
              <a:t>화면은 만들어져 있고, 누르면 "준비 중/연결 전" 안내가 표시되는 항목입니다. 저장된 것처럼 꾸미지 않습니다.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6751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7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것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70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 다운로드 (선택·사람별)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 갤러리 저장 권한과 파일 저장 모듈 추가 필요 (앱 재빌드 필요)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카카오톡 초대 · 초대링크 복사 · 초대코드 입력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카카오 연동과 초대 링크·코드를 처리하는 서버 필요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사진·동영상 업로드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팀원 구현 영역 (연결 지점만 준비됨)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방식 표시 · 로그아웃 · 서비스 탈퇴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기능이 연결되어야 실제로 동작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공지사항 · 고객센터 · 약관 내용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화면과 문구 내용 확정 후 제작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참여한 모임 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지금은 앱에 담긴 예시 모임 개수 (서버 값으로 교체 필요)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 THAT PLACE 화면 구성 및 기능 정리</dc:title>
  <dc:subject>PptxGenJS Presentation</dc:subject>
  <dc:creator>PptxGenJS</dc:creator>
  <cp:lastModifiedBy>PptxGenJS</cp:lastModifiedBy>
  <cp:revision>1</cp:revision>
  <dcterms:created xsi:type="dcterms:W3CDTF">2026-10-28T14:28:03Z</dcterms:created>
  <dcterms:modified xsi:type="dcterms:W3CDTF">2026-10-28T14:28:03Z</dcterms:modified>
</cp:coreProperties>
</file>