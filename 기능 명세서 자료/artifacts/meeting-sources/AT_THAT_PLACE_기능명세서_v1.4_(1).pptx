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0b5be120f4c5d" /><Relationship Type="http://schemas.openxmlformats.org/officeDocument/2006/relationships/extended-properties" Target="/docProps/app.xml" Id="R7660759dd2cb4f7b" /><Relationship Type="http://schemas.openxmlformats.org/officeDocument/2006/relationships/officeDocument" Target="/ppt/presentation.xml" Id="Rb0f0fe6fd090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6b03d23ab24871"/>
  </p:sldMasterIdLst>
  <p:notesMasterIdLst>
    <p:notesMasterId xmlns:r="http://schemas.openxmlformats.org/officeDocument/2006/relationships" r:id="Rcc6bea6d130540d1"/>
  </p:notesMasterIdLst>
  <p:sldIdLst>
    <p:sldId xmlns:r="http://schemas.openxmlformats.org/officeDocument/2006/relationships" id="256" r:id="Rf4d524c007bc4210"/>
    <p:sldId xmlns:r="http://schemas.openxmlformats.org/officeDocument/2006/relationships" id="257" r:id="R1d11a6cb02a744ec"/>
    <p:sldId xmlns:r="http://schemas.openxmlformats.org/officeDocument/2006/relationships" id="258" r:id="R3c133491eefc4aa6"/>
    <p:sldId xmlns:r="http://schemas.openxmlformats.org/officeDocument/2006/relationships" id="259" r:id="R7369bd35e0914db4"/>
    <p:sldId xmlns:r="http://schemas.openxmlformats.org/officeDocument/2006/relationships" id="260" r:id="R5948321e0f564eb2"/>
    <p:sldId xmlns:r="http://schemas.openxmlformats.org/officeDocument/2006/relationships" id="261" r:id="R77652424c8a04f3b"/>
    <p:sldId xmlns:r="http://schemas.openxmlformats.org/officeDocument/2006/relationships" id="262" r:id="R6dde70a6d7de4fcf"/>
    <p:sldId xmlns:r="http://schemas.openxmlformats.org/officeDocument/2006/relationships" id="263" r:id="R22552c7915954f0d"/>
    <p:sldId xmlns:r="http://schemas.openxmlformats.org/officeDocument/2006/relationships" id="264" r:id="R9a6aa4feab4d4309"/>
    <p:sldId xmlns:r="http://schemas.openxmlformats.org/officeDocument/2006/relationships" id="265" r:id="R0e0072cd57d8407b"/>
    <p:sldId xmlns:r="http://schemas.openxmlformats.org/officeDocument/2006/relationships" id="266" r:id="Rdb8e1c14e02c416e"/>
    <p:sldId xmlns:r="http://schemas.openxmlformats.org/officeDocument/2006/relationships" id="267" r:id="Ra8e5013243224a85"/>
    <p:sldId xmlns:r="http://schemas.openxmlformats.org/officeDocument/2006/relationships" id="268" r:id="R2b9b98bcae1a48ed"/>
    <p:sldId xmlns:r="http://schemas.openxmlformats.org/officeDocument/2006/relationships" id="269" r:id="R88fafd5f929b4d5f"/>
    <p:sldId xmlns:r="http://schemas.openxmlformats.org/officeDocument/2006/relationships" id="270" r:id="R77fadc007789477c"/>
    <p:sldId xmlns:r="http://schemas.openxmlformats.org/officeDocument/2006/relationships" id="271" r:id="Rc9358215970540cd"/>
    <p:sldId xmlns:r="http://schemas.openxmlformats.org/officeDocument/2006/relationships" id="272" r:id="R55fd5c295ce949a4"/>
    <p:sldId xmlns:r="http://schemas.openxmlformats.org/officeDocument/2006/relationships" id="273" r:id="Rb37385084f5a448e"/>
    <p:sldId xmlns:r="http://schemas.openxmlformats.org/officeDocument/2006/relationships" id="274" r:id="R0d0c6bba9c464811"/>
    <p:sldId xmlns:r="http://schemas.openxmlformats.org/officeDocument/2006/relationships" id="275" r:id="R1a0edda19a544c31"/>
    <p:sldId xmlns:r="http://schemas.openxmlformats.org/officeDocument/2006/relationships" id="276" r:id="R21b991db163d48a9"/>
    <p:sldId xmlns:r="http://schemas.openxmlformats.org/officeDocument/2006/relationships" id="277" r:id="R2fed4347cdd54b3a"/>
    <p:sldId xmlns:r="http://schemas.openxmlformats.org/officeDocument/2006/relationships" id="278" r:id="Rf922741e8cc7434b"/>
    <p:sldId xmlns:r="http://schemas.openxmlformats.org/officeDocument/2006/relationships" id="279" r:id="R600a2cbdb1c040bf"/>
    <p:sldId xmlns:r="http://schemas.openxmlformats.org/officeDocument/2006/relationships" id="280" r:id="R16fe512ac7564e01"/>
    <p:sldId xmlns:r="http://schemas.openxmlformats.org/officeDocument/2006/relationships" id="281" r:id="Rc16530fa355a4a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d551d7789f4628" /><Relationship Type="http://schemas.openxmlformats.org/officeDocument/2006/relationships/slideMaster" Target="/ppt/slideMasters/slideMaster1.xml" Id="Rdc6b03d23ab24871" /><Relationship Type="http://schemas.openxmlformats.org/officeDocument/2006/relationships/notesMaster" Target="/ppt/notesMasters/notesMaster1.xml" Id="Rcc6bea6d130540d1" /><Relationship Type="http://schemas.openxmlformats.org/officeDocument/2006/relationships/presProps" Target="/ppt/presProps.xml" Id="Raec4062235c14182" /><Relationship Type="http://schemas.openxmlformats.org/officeDocument/2006/relationships/tableStyles" Target="/ppt/tableStyles.xml" Id="R0707e2f1f29244f2" /><Relationship Type="http://schemas.openxmlformats.org/officeDocument/2006/relationships/slide" Target="/ppt/slides/slide1.xml" Id="Rf4d524c007bc4210" /><Relationship Type="http://schemas.openxmlformats.org/officeDocument/2006/relationships/slide" Target="/ppt/slides/slide2.xml" Id="R1d11a6cb02a744ec" /><Relationship Type="http://schemas.openxmlformats.org/officeDocument/2006/relationships/slide" Target="/ppt/slides/slide3.xml" Id="R3c133491eefc4aa6" /><Relationship Type="http://schemas.openxmlformats.org/officeDocument/2006/relationships/slide" Target="/ppt/slides/slide4.xml" Id="R7369bd35e0914db4" /><Relationship Type="http://schemas.openxmlformats.org/officeDocument/2006/relationships/slide" Target="/ppt/slides/slide5.xml" Id="R5948321e0f564eb2" /><Relationship Type="http://schemas.openxmlformats.org/officeDocument/2006/relationships/slide" Target="/ppt/slides/slide6.xml" Id="R77652424c8a04f3b" /><Relationship Type="http://schemas.openxmlformats.org/officeDocument/2006/relationships/slide" Target="/ppt/slides/slide7.xml" Id="R6dde70a6d7de4fcf" /><Relationship Type="http://schemas.openxmlformats.org/officeDocument/2006/relationships/slide" Target="/ppt/slides/slide8.xml" Id="R22552c7915954f0d" /><Relationship Type="http://schemas.openxmlformats.org/officeDocument/2006/relationships/slide" Target="/ppt/slides/slide9.xml" Id="R9a6aa4feab4d4309" /><Relationship Type="http://schemas.openxmlformats.org/officeDocument/2006/relationships/slide" Target="/ppt/slides/slide10.xml" Id="R0e0072cd57d8407b" /><Relationship Type="http://schemas.openxmlformats.org/officeDocument/2006/relationships/slide" Target="/ppt/slides/slide11.xml" Id="Rdb8e1c14e02c416e" /><Relationship Type="http://schemas.openxmlformats.org/officeDocument/2006/relationships/slide" Target="/ppt/slides/slide12.xml" Id="Ra8e5013243224a85" /><Relationship Type="http://schemas.openxmlformats.org/officeDocument/2006/relationships/slide" Target="/ppt/slides/slide13.xml" Id="R2b9b98bcae1a48ed" /><Relationship Type="http://schemas.openxmlformats.org/officeDocument/2006/relationships/slide" Target="/ppt/slides/slide14.xml" Id="R88fafd5f929b4d5f" /><Relationship Type="http://schemas.openxmlformats.org/officeDocument/2006/relationships/slide" Target="/ppt/slides/slide15.xml" Id="R77fadc007789477c" /><Relationship Type="http://schemas.openxmlformats.org/officeDocument/2006/relationships/slide" Target="/ppt/slides/slide16.xml" Id="Rc9358215970540cd" /><Relationship Type="http://schemas.openxmlformats.org/officeDocument/2006/relationships/slide" Target="/ppt/slides/slide17.xml" Id="R55fd5c295ce949a4" /><Relationship Type="http://schemas.openxmlformats.org/officeDocument/2006/relationships/slide" Target="/ppt/slides/slide18.xml" Id="Rb37385084f5a448e" /><Relationship Type="http://schemas.openxmlformats.org/officeDocument/2006/relationships/slide" Target="/ppt/slides/slide19.xml" Id="R0d0c6bba9c464811" /><Relationship Type="http://schemas.openxmlformats.org/officeDocument/2006/relationships/slide" Target="/ppt/slides/slide20.xml" Id="R1a0edda19a544c31" /><Relationship Type="http://schemas.openxmlformats.org/officeDocument/2006/relationships/slide" Target="/ppt/slides/slide21.xml" Id="R21b991db163d48a9" /><Relationship Type="http://schemas.openxmlformats.org/officeDocument/2006/relationships/slide" Target="/ppt/slides/slide22.xml" Id="R2fed4347cdd54b3a" /><Relationship Type="http://schemas.openxmlformats.org/officeDocument/2006/relationships/slide" Target="/ppt/slides/slide23.xml" Id="Rf922741e8cc7434b" /><Relationship Type="http://schemas.openxmlformats.org/officeDocument/2006/relationships/slide" Target="/ppt/slides/slide24.xml" Id="R600a2cbdb1c040bf" /><Relationship Type="http://schemas.openxmlformats.org/officeDocument/2006/relationships/slide" Target="/ppt/slides/slide25.xml" Id="R16fe512ac7564e01" /><Relationship Type="http://schemas.openxmlformats.org/officeDocument/2006/relationships/slide" Target="/ppt/slides/slide26.xml" Id="Rc16530fa355a4a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265b8f9fd40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ae34d1adde41ec" /><Relationship Type="http://schemas.openxmlformats.org/officeDocument/2006/relationships/notesMaster" Target="/ppt/notesMasters/notesMaster1.xml" Id="R9c3dff1d6072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97907488fd4871" /><Relationship Type="http://schemas.openxmlformats.org/officeDocument/2006/relationships/notesMaster" Target="/ppt/notesMasters/notesMaster1.xml" Id="R39cf17c50a4949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e0bd500dd44a9d" /><Relationship Type="http://schemas.openxmlformats.org/officeDocument/2006/relationships/notesMaster" Target="/ppt/notesMasters/notesMaster1.xml" Id="R4f40f25322ca4d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f10ba2ee94c45" /><Relationship Type="http://schemas.openxmlformats.org/officeDocument/2006/relationships/notesMaster" Target="/ppt/notesMasters/notesMaster1.xml" Id="R4df7e25cde2e492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11fad61cb54cd9" /><Relationship Type="http://schemas.openxmlformats.org/officeDocument/2006/relationships/notesMaster" Target="/ppt/notesMasters/notesMaster1.xml" Id="R956ea5c2e52e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90718581d944f8" /><Relationship Type="http://schemas.openxmlformats.org/officeDocument/2006/relationships/notesMaster" Target="/ppt/notesMasters/notesMaster1.xml" Id="R3ad261650bfd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36c7639cb4570" /><Relationship Type="http://schemas.openxmlformats.org/officeDocument/2006/relationships/notesMaster" Target="/ppt/notesMasters/notesMaster1.xml" Id="Rfbba5ff922d348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a20b5745e49ae" /><Relationship Type="http://schemas.openxmlformats.org/officeDocument/2006/relationships/notesMaster" Target="/ppt/notesMasters/notesMaster1.xml" Id="R4e626e30f0754f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ce3df8bf3b43a0" /><Relationship Type="http://schemas.openxmlformats.org/officeDocument/2006/relationships/notesMaster" Target="/ppt/notesMasters/notesMaster1.xml" Id="R094c8d0c669f42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58de0722b246d2" /><Relationship Type="http://schemas.openxmlformats.org/officeDocument/2006/relationships/notesMaster" Target="/ppt/notesMasters/notesMaster1.xml" Id="R3462f3a6708142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1bbb7f748b4c51" /><Relationship Type="http://schemas.openxmlformats.org/officeDocument/2006/relationships/notesMaster" Target="/ppt/notesMasters/notesMaster1.xml" Id="R329ab1f4ddef43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7d0a71509048c8" /><Relationship Type="http://schemas.openxmlformats.org/officeDocument/2006/relationships/notesMaster" Target="/ppt/notesMasters/notesMaster1.xml" Id="R6ec8525ffb0844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9944cc0f64e52" /><Relationship Type="http://schemas.openxmlformats.org/officeDocument/2006/relationships/notesMaster" Target="/ppt/notesMasters/notesMaster1.xml" Id="R85826821b4f548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6883eed23747e4" /><Relationship Type="http://schemas.openxmlformats.org/officeDocument/2006/relationships/notesMaster" Target="/ppt/notesMasters/notesMaster1.xml" Id="R51f6cddb445e4bc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a42ef9d0d741ba" /><Relationship Type="http://schemas.openxmlformats.org/officeDocument/2006/relationships/notesMaster" Target="/ppt/notesMasters/notesMaster1.xml" Id="Rbca4c613611e4f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a626f87fe54c6e" /><Relationship Type="http://schemas.openxmlformats.org/officeDocument/2006/relationships/notesMaster" Target="/ppt/notesMasters/notesMaster1.xml" Id="R1b47bd5aac084c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0e44d6427b40e1" /><Relationship Type="http://schemas.openxmlformats.org/officeDocument/2006/relationships/notesMaster" Target="/ppt/notesMasters/notesMaster1.xml" Id="R2265bdbe932441a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48fe7a60464745" /><Relationship Type="http://schemas.openxmlformats.org/officeDocument/2006/relationships/notesMaster" Target="/ppt/notesMasters/notesMaster1.xml" Id="R7235b279e27647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798258cb374f3e" /><Relationship Type="http://schemas.openxmlformats.org/officeDocument/2006/relationships/notesMaster" Target="/ppt/notesMasters/notesMaster1.xml" Id="R2d140b29e63c44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709d3d7fa84b87" /><Relationship Type="http://schemas.openxmlformats.org/officeDocument/2006/relationships/notesMaster" Target="/ppt/notesMasters/notesMaster1.xml" Id="R3a089a9b838f48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dc9fbe7ef0d46f2" /><Relationship Type="http://schemas.openxmlformats.org/officeDocument/2006/relationships/notesMaster" Target="/ppt/notesMasters/notesMaster1.xml" Id="Rb0b4946f008345b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3392d07d57c4b05" /><Relationship Type="http://schemas.openxmlformats.org/officeDocument/2006/relationships/notesMaster" Target="/ppt/notesMasters/notesMaster1.xml" Id="R9f593a52655c4f8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3a7705c5bb4107" /><Relationship Type="http://schemas.openxmlformats.org/officeDocument/2006/relationships/notesMaster" Target="/ppt/notesMasters/notesMaster1.xml" Id="R5bd9af0a97da4f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bcfca21a23944d2" /><Relationship Type="http://schemas.openxmlformats.org/officeDocument/2006/relationships/notesMaster" Target="/ppt/notesMasters/notesMaster1.xml" Id="Rf0d46cff73944f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f882939cd2a42ea" /><Relationship Type="http://schemas.openxmlformats.org/officeDocument/2006/relationships/notesMaster" Target="/ppt/notesMasters/notesMaster1.xml" Id="R6972756f1d9f441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a0b78058a4645e8" /><Relationship Type="http://schemas.openxmlformats.org/officeDocument/2006/relationships/notesMaster" Target="/ppt/notesMasters/notesMaster1.xml" Id="Rede18d950c6548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업로드 화면 시안을 기준으로 정리한 기능 요구사항. 시안 속 사진·이름·시간은 예시이며,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요구사항에 대한 보완 제안입니다. (제안) 표기 항목은 팀 협의 후 확정하며,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요구사항에 대한 보완 제안입니다. (제안) 표기 항목은 팀 협의 후 확정하며,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요구사항에 대한 보완 제안입니다. (제안) 표기 항목은 팀 협의 후 확정하며,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요구사항에 대한 보완 제안입니다. (제안) 표기 항목은 팀 협의 후 확정하며,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사용자 제공 AT THAT PLACE 화면 및 대화에서 확정한 기능 요구사항. 화면 시안의 장소·사진·주소·시간은 예시이며 지도는 디자인 참고용입니다. 구현 및 검증 완료를 의미하지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정책 검토 회의용. 제안 항목을 팀 합의 없이 확정으로 간주하지 않는다. 각 항목의 결정과 담당자, 결정일을 기록한 후 다음 버전에 반영한다.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a8bdd6af06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e4d0cde5d14ee6" /><Relationship Type="http://schemas.openxmlformats.org/officeDocument/2006/relationships/slideLayout" Target="/ppt/slideLayouts/slideLayout1.xml" Id="Rc47698d9830248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7698d9830248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768091a744fba" /><Relationship Type="http://schemas.openxmlformats.org/officeDocument/2006/relationships/notesSlide" Target="/ppt/notesSlides/notesSlide1.xml" Id="Ra1d93815b81d4b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ccb949d074fcc" /><Relationship Type="http://schemas.openxmlformats.org/officeDocument/2006/relationships/notesSlide" Target="/ppt/notesSlides/notesSlide2.xml" Id="Rb9737a7a52ae42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88fd00c8b4b96" /><Relationship Type="http://schemas.openxmlformats.org/officeDocument/2006/relationships/image" Target="/ppt/media/image.png" Id="R668d82a805fc4f49" /><Relationship Type="http://schemas.openxmlformats.org/officeDocument/2006/relationships/notesSlide" Target="/ppt/notesSlides/notesSlide3.xml" Id="R84a6093c0099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a2dd7a3364ce7" /><Relationship Type="http://schemas.openxmlformats.org/officeDocument/2006/relationships/image" Target="/ppt/media/image2.png" Id="R7e76093495f24ff7" /><Relationship Type="http://schemas.openxmlformats.org/officeDocument/2006/relationships/notesSlide" Target="/ppt/notesSlides/notesSlide4.xml" Id="Raa0f070849f142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937132cd2470c" /><Relationship Type="http://schemas.openxmlformats.org/officeDocument/2006/relationships/image" Target="/ppt/media/image3.png" Id="R6965be459cf34b06" /><Relationship Type="http://schemas.openxmlformats.org/officeDocument/2006/relationships/image" Target="/ppt/media/image4.png" Id="Rfdbcb6d4529341e7" /><Relationship Type="http://schemas.openxmlformats.org/officeDocument/2006/relationships/notesSlide" Target="/ppt/notesSlides/notesSlide5.xml" Id="R7118f99a834b46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c199386cc4930" /><Relationship Type="http://schemas.openxmlformats.org/officeDocument/2006/relationships/image" Target="/ppt/media/image5.png" Id="R0f70a931271e4e60" /><Relationship Type="http://schemas.openxmlformats.org/officeDocument/2006/relationships/notesSlide" Target="/ppt/notesSlides/notesSlide6.xml" Id="R0164db9d7d3b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fc13b5c34471b" /><Relationship Type="http://schemas.openxmlformats.org/officeDocument/2006/relationships/image" Target="/ppt/media/image6.png" Id="Ra35475ba61744c1f" /><Relationship Type="http://schemas.openxmlformats.org/officeDocument/2006/relationships/notesSlide" Target="/ppt/notesSlides/notesSlide7.xml" Id="R52e6c3a9b00846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220f06483400a" /><Relationship Type="http://schemas.openxmlformats.org/officeDocument/2006/relationships/notesSlide" Target="/ppt/notesSlides/notesSlide8.xml" Id="Rccaf51d238484e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4784c2dd04884" /><Relationship Type="http://schemas.openxmlformats.org/officeDocument/2006/relationships/notesSlide" Target="/ppt/notesSlides/notesSlide9.xml" Id="R081abf622b5b4c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57e3fea4f4638" /><Relationship Type="http://schemas.openxmlformats.org/officeDocument/2006/relationships/notesSlide" Target="/ppt/notesSlides/notesSlide10.xml" Id="R4231d53fb75d4a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ea10be9f54271" /><Relationship Type="http://schemas.openxmlformats.org/officeDocument/2006/relationships/notesSlide" Target="/ppt/notesSlides/notesSlide11.xml" Id="R6e2c2beade5d45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a09998a654a50" /><Relationship Type="http://schemas.openxmlformats.org/officeDocument/2006/relationships/notesSlide" Target="/ppt/notesSlides/notesSlide12.xml" Id="R9f4596c856944f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99786d35d4381" /><Relationship Type="http://schemas.openxmlformats.org/officeDocument/2006/relationships/notesSlide" Target="/ppt/notesSlides/notesSlide13.xml" Id="Ra00ffd2cb33a48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977fcb4d94041" /><Relationship Type="http://schemas.openxmlformats.org/officeDocument/2006/relationships/notesSlide" Target="/ppt/notesSlides/notesSlide14.xml" Id="R7da95fabecf94be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9e95ef0e84fa3" /><Relationship Type="http://schemas.openxmlformats.org/officeDocument/2006/relationships/notesSlide" Target="/ppt/notesSlides/notesSlide15.xml" Id="R6a1e06c486b548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6b692368f4bb3" /><Relationship Type="http://schemas.openxmlformats.org/officeDocument/2006/relationships/notesSlide" Target="/ppt/notesSlides/notesSlide16.xml" Id="Rf93a4de5b274482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66ff9ae3d4579" /><Relationship Type="http://schemas.openxmlformats.org/officeDocument/2006/relationships/notesSlide" Target="/ppt/notesSlides/notesSlide17.xml" Id="R5a0dcfb70d0545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52accf1634c47" /><Relationship Type="http://schemas.openxmlformats.org/officeDocument/2006/relationships/image" Target="/ppt/media/image7.png" Id="R29eeb4ab58714188" /><Relationship Type="http://schemas.openxmlformats.org/officeDocument/2006/relationships/notesSlide" Target="/ppt/notesSlides/notesSlide18.xml" Id="Rad8194c888c242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9052057c74dc5" /><Relationship Type="http://schemas.openxmlformats.org/officeDocument/2006/relationships/notesSlide" Target="/ppt/notesSlides/notesSlide19.xml" Id="R0be99651511041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0e5b9da7641d2" /><Relationship Type="http://schemas.openxmlformats.org/officeDocument/2006/relationships/notesSlide" Target="/ppt/notesSlides/notesSlide20.xml" Id="R1bc39e3f5c2642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081f06c964a0a" /><Relationship Type="http://schemas.openxmlformats.org/officeDocument/2006/relationships/notesSlide" Target="/ppt/notesSlides/notesSlide21.xml" Id="Rb286d6a0455c41f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eb34e36f84f79" /><Relationship Type="http://schemas.openxmlformats.org/officeDocument/2006/relationships/notesSlide" Target="/ppt/notesSlides/notesSlide22.xml" Id="R7451b9c21dec40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e29340f304f09" /><Relationship Type="http://schemas.openxmlformats.org/officeDocument/2006/relationships/notesSlide" Target="/ppt/notesSlides/notesSlide23.xml" Id="R91a9f148f6d343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d58df3fa0450b" /><Relationship Type="http://schemas.openxmlformats.org/officeDocument/2006/relationships/notesSlide" Target="/ppt/notesSlides/notesSlide24.xml" Id="R56d49764809d4e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c00661a654968" /><Relationship Type="http://schemas.openxmlformats.org/officeDocument/2006/relationships/notesSlide" Target="/ppt/notesSlides/notesSlide25.xml" Id="R63a830a187f94d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505313b5c42be" /><Relationship Type="http://schemas.openxmlformats.org/officeDocument/2006/relationships/notesSlide" Target="/ppt/notesSlides/notesSlide26.xml" Id="Rdeb9c182972244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7A8E3-C2DC-4133-A1E8-4DCCC11A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AT THAT PLACE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136FF-BE05-4AE7-BFE7-9C059A88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팀 공유용 기능 명세서 · v1.4 · 2026.10.10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57E157-3985-4AF9-A72F-9A03F8D9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E20A5-BFF9-480E-BB8B-880DC8F5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01721-77D7-4B4B-8273-348516D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057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일정별 장소 계획과</a:t>
            </a:r>
          </a:p>
          <a:p xmlns:a="http://schemas.openxmlformats.org/drawingml/2006/main">
            <a:pPr>
              <a:buNone/>
              <a:defRPr sz="43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장소별 사진 기록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A18CA-2E48-41DE-92BB-FEE7838B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생성된 일정의 날짜별 장소 구성부터 미디어 조회·업로드까지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D9BB2-6E39-419A-92BB-D1B5598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화면 시안 7개  /  상세 기능  /  정책 상태  /  회의 결정 항목</a:t>
            </a:r>
          </a:p>
        </p:txBody>
      </p:sp>
    </p:spTree>
    <p:extLst>
      <p:ext uri="{BB962C8B-B14F-4D97-AF65-F5344CB8AC3E}">
        <p14:creationId xmlns:p14="http://schemas.microsoft.com/office/powerpoint/2010/main" val="2115146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BB686-1DCB-433F-B6E0-DE05B91B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개발 범위와 화면 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2ACD3-027E-4590-AA72-320FE09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기존 일정 데이터를 받아 장소 계획과 기록 기능을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0A1F0-46C6-4819-B29B-2C3A10F8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C95E8-6B1E-48BE-8E17-8560408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EE1D6-2317-40B3-BE46-296630CA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666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이번 개발 범위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44F19-AE06-4BAC-BBA7-79C56336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66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요약과 날짜별 장소 조회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검색·추가, 방문 순서·시간·메모 편집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장소별 사진·동영상 조회와 업로드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4B3ABD-0CF1-4316-8385-20375A9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714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다른 팀원 담당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83A27-1519-4A6F-894C-2DC38335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14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생성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이름·시작일·종료일·참여 멤버 설정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1071C-5945-43D5-8076-B9BB723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01 모임·일정 선택     02 일정 요약     03 날짜별 장소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EC505-8D63-4A28-95C7-730F3449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04 지도 검색·추가     05 순서 편집     06 장소별 미디어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5CA30-DA13-4209-9312-97F6077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34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기존 홈, 인증·권한, 지도 및 업로드 연동은 재사용한다.</a:t>
            </a:r>
          </a:p>
        </p:txBody>
      </p:sp>
    </p:spTree>
    <p:extLst>
      <p:ext uri="{BB962C8B-B14F-4D97-AF65-F5344CB8AC3E}">
        <p14:creationId xmlns:p14="http://schemas.microsoft.com/office/powerpoint/2010/main" val="9140896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61827-1DE8-4480-9FDB-F047F184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01  기존 일정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6E6A1-FE8D-4EEC-AD67-FC5978F8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SCH-01~03 · 생성된 일정의 날짜별 장소 현황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61045-55DA-4867-AC7E-6FC4193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63702-8776-4271-A649-33B66CEF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d82a805fc4f49"/>
          <a:stretch xmlns:a="http://schemas.openxmlformats.org/drawingml/2006/main"/>
        </p:blipFill>
        <p:spPr>
          <a:xfrm xmlns:a="http://schemas.openxmlformats.org/drawingml/2006/main">
            <a:off x="915114" y="1619250"/>
            <a:ext cx="2551272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6FE5F-120A-46AC-8F7D-D51CD2DF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표시 정보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3432C-73C0-44D5-9FF5-6FD9EBA8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3360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대표 이미지, 이름, 기간, 참여 멤버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대표 이미지, 제목, 장소 수와 사진 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88946-CD91-4DF9-84E2-A6BE35E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709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선택과 이동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96B30-FCC5-4466-8902-C57777BE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52850"/>
            <a:ext cx="7096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 카드 선택 시 해당 날짜의 장소 목록으로 이동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장소가 없는 날에는 안내와 ‘장소 담기’ 표시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추가 후 요약 정보 갱신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01B71-6B1C-436B-A583-194AF76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191125"/>
            <a:ext cx="704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 일정: 날짜 하나와 ‘하루의 스팟’, 날짜 카드 1개</a:t>
            </a:r>
          </a:p>
          <a:p xmlns:a="http://schemas.openxmlformats.org/drawingml/2006/main">
            <a:pPr>
              <a:buNone/>
              <a:defRPr sz="17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여러 날 일정: 기간과 ‘N일간의 스팟’, 날짜별 카드</a:t>
            </a:r>
          </a:p>
        </p:txBody>
      </p:sp>
    </p:spTree>
    <p:extLst>
      <p:ext uri="{BB962C8B-B14F-4D97-AF65-F5344CB8AC3E}">
        <p14:creationId xmlns:p14="http://schemas.microsoft.com/office/powerpoint/2010/main" val="18783685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C4315-67C6-437B-901F-152087B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02  날짜별 장소 구성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93A08-1B43-4369-A556-74FC795A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PLC-01~02 · 선택한 날짜의 방문 장소를 순서대로 표시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53F78-1C53-4601-875D-7EBDAB76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1A11C-14F9-46D9-9D61-EBF23453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6093495f24ff7"/>
          <a:stretch xmlns:a="http://schemas.openxmlformats.org/drawingml/2006/main"/>
        </p:blipFill>
        <p:spPr>
          <a:xfrm xmlns:a="http://schemas.openxmlformats.org/drawingml/2006/main">
            <a:off x="1130931" y="1543050"/>
            <a:ext cx="2081537" cy="4743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6C387-2E9D-4099-81F1-DC0CA888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조회와 진입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D6B99-5A85-43EE-A711-D5758F0E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85975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순서, 시간, 장소 이미지·이름·카테고리·주소 표시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‘사진 보기’는 해당 방문 장소의 미디어로 이동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‘장소 추가’와 ‘순서 편집’ 진입 제공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1DA53-13A1-47E2-B5EC-12157061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33750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하루 일정과 여러 날 일정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AF44A-DC56-4C21-8B64-D3221C5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52850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 일정은 날짜 하나와 장소 목록을 바로 표시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여러 날 일정은 날짜 탭으로 전환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다른 날짜의 장소·사진은 함께 노출하지 않음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4F766-5A9C-46F6-B5F7-10732ECC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695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없음: 안내와 추가 버튼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시간 없음: ‘시간 미정’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이동 시간: 실제 계산 정보가 있을 때만 표시</a:t>
            </a:r>
          </a:p>
        </p:txBody>
      </p:sp>
    </p:spTree>
    <p:extLst>
      <p:ext uri="{BB962C8B-B14F-4D97-AF65-F5344CB8AC3E}">
        <p14:creationId xmlns:p14="http://schemas.microsoft.com/office/powerpoint/2010/main" val="1420141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9AFA5-365E-4AB3-86AD-9B38792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03  지도 검색과 장소 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38411-465D-47A2-B2B2-5975936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PLC-03~06 · 검색 결과와 지도 선택을 연동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E8E4C-8079-4F04-B3E4-7A0C6DE6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62AE2-3A98-4AAF-B300-5C5AD211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5be459cf34b06"/>
          <a:stretch xmlns:a="http://schemas.openxmlformats.org/drawingml/2006/main"/>
        </p:blipFill>
        <p:spPr>
          <a:xfrm xmlns:a="http://schemas.openxmlformats.org/drawingml/2006/main">
            <a:off x="656188" y="1562100"/>
            <a:ext cx="2068998" cy="4714875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cb6d4529341e7"/>
          <a:stretch xmlns:a="http://schemas.openxmlformats.org/drawingml/2006/main"/>
        </p:blipFill>
        <p:spPr>
          <a:xfrm xmlns:a="http://schemas.openxmlformats.org/drawingml/2006/main">
            <a:off x="3304138" y="1562100"/>
            <a:ext cx="2068998" cy="47148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10C06-E4B8-4454-A9D0-661831F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66875"/>
            <a:ext cx="557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EAA23-0DBE-4133-8F11-137F773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85975"/>
            <a:ext cx="5572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장소명·주소와 카테고리로 검색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이동 후 ‘이 지역 다시 검색’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마커와 하단 목록의 선택 상태 연동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11D285-5201-471E-B056-E66227C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5572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추가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26023-D1A1-47E3-AC07-02F5DAD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52850"/>
            <a:ext cx="5572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선택한 장소 정보와 대상 날짜 확인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‘이 날의 장소로 추가’로 저장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목록과 일정 요약을 함께 갱신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E7D88-96C0-4842-9D10-0F410CCD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48250"/>
            <a:ext cx="5572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동일 날짜의 중복 장소 및 중복 저장 방지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미제공 시 카테고리 이미지 사용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위치 권한 거절 시에도 일반 검색 제공</a:t>
            </a:r>
          </a:p>
        </p:txBody>
      </p:sp>
    </p:spTree>
    <p:extLst>
      <p:ext uri="{BB962C8B-B14F-4D97-AF65-F5344CB8AC3E}">
        <p14:creationId xmlns:p14="http://schemas.microsoft.com/office/powerpoint/2010/main" val="1638017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60AD5-B63F-4FEB-84D1-F6C0AD4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04  방문 순서·시간·메모 편집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ED4BA-94CB-4105-A747-D0EA3DCE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EDT-01~04 · 변경 내용을 저장하고 재진입 시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0A6DB-FF76-4BA2-BFE1-704F7B5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619AE-5F56-4DC4-8A55-D61CEEA9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70a931271e4e60"/>
          <a:stretch xmlns:a="http://schemas.openxmlformats.org/drawingml/2006/main"/>
        </p:blipFill>
        <p:spPr>
          <a:xfrm xmlns:a="http://schemas.openxmlformats.org/drawingml/2006/main">
            <a:off x="952650" y="1524000"/>
            <a:ext cx="2438100" cy="47529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41E28-0E7D-4342-A679-67E1992E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편집 항목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246B-7210-40E1-9C06-4D7C9E0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81225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드래그로 순서 변경, 위·아래 이동 등 대체 조작 제공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각 방문 장소의 시간 수정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해당 날짜의 장소 구성에 대한 공통 메모 입력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ADCA5-DB9B-4BC2-9BDF-08887FC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저장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761E6-ADC5-4FAA-A977-918348BC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‘변경 저장’으로 순서·시간·메모 저장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성공 후 장소 목록에 반영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실패 시 안내하고 입력 내용 유지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B56093-E8DB-425E-A643-1462C49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86375"/>
            <a:ext cx="695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정책 제안은 19장 참조</a:t>
            </a:r>
          </a:p>
          <a:p xmlns:a="http://schemas.openxmlformats.org/drawingml/2006/main">
            <a:pPr>
              <a:buNone/>
              <a:def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미정: 입력 검증과 저장 계약은 팀 합의 후 확정</a:t>
            </a:r>
          </a:p>
        </p:txBody>
      </p:sp>
    </p:spTree>
    <p:extLst>
      <p:ext uri="{BB962C8B-B14F-4D97-AF65-F5344CB8AC3E}">
        <p14:creationId xmlns:p14="http://schemas.microsoft.com/office/powerpoint/2010/main" val="610508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F6AFB-40B5-48A0-ACD9-F9279B5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05  장소별 사진·동영상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438D-5766-4C81-82B9-50D3145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MED-01~04 · 사진 한 장 또는 동영상 하나당 카드 하나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275D9-F491-4E82-A31B-A9C5D8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27DE8-288E-45B4-8655-2EACE69C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475ba61744c1f"/>
          <a:stretch xmlns:a="http://schemas.openxmlformats.org/drawingml/2006/main"/>
        </p:blipFill>
        <p:spPr>
          <a:xfrm xmlns:a="http://schemas.openxmlformats.org/drawingml/2006/main">
            <a:off x="1137201" y="1562100"/>
            <a:ext cx="2068998" cy="4714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E1874-6469-4E3E-8525-6122A54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조회·확대·업로드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AEA3-D867-4E66-8BD7-BBC5198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85975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현재 일정·날짜·방문 장소의 미디어만 최신순 조회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카드에 시간, 작성자, 설명 표시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확대, 동영상 재생, 기존 업로드 기능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FA8F-DA2B-436D-BD5D-6027345A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76625"/>
            <a:ext cx="714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개별 카드 표시 규칙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618FA-A0A1-4B05-8E13-1964C8A5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895725"/>
            <a:ext cx="714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여러 장 게시물도 화면에서는 사진마다 카드 분리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원본 게시물·작성자·설명·권한 연결은 유지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수 배지, ‘+2’, 콜라주 표시 제거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4573-76C7-4B93-9D3A-BF567D8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일정 요약의 전체 사진 수 표시는 유지 가능</a:t>
            </a:r>
          </a:p>
          <a:p xmlns:a="http://schemas.openxmlformats.org/drawingml/2006/main">
            <a:pPr>
              <a:buNone/>
              <a:def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기존 미디어 수정·삭제 및 영상 기능 유지</a:t>
            </a:r>
          </a:p>
        </p:txBody>
      </p:sp>
    </p:spTree>
    <p:extLst>
      <p:ext uri="{BB962C8B-B14F-4D97-AF65-F5344CB8AC3E}">
        <p14:creationId xmlns:p14="http://schemas.microsoft.com/office/powerpoint/2010/main" val="197356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83B85-4F6C-445A-BFBC-86953B6E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데이터 연결과 필요한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D84D7-D18F-41BB-A5A2-C3F8C9D5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실제 필드명과 API 경로는 기존 모델을 확인한 뒤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201CF-C593-4C44-8751-70DEB39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217B-A6B8-486F-AB31-0E827D63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AEA38-3629-4857-8CB6-7DA38F5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데이터 관계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6E905-E6A1-4C2D-9C2F-F1B0F82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모임 / 일정 / 날짜별 구성 / 방문 장소 / 미디어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ID와 방문 장소 ID를 구분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미디어는 방문 기록을 기준으로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AD94E-054A-4C8B-AC8A-160CF54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조회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B5BB4-596D-4E7C-BFCA-80D4FB0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38600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상세와 날짜별 요약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방문 장소 목록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장소별 미디어 목록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2D4EF-F169-4183-937C-2363E898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5381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검색·저장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085AF-2045-48A7-85B8-FEEDD7E5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38600"/>
            <a:ext cx="538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검색어·카테고리·지도 범위 기반 검색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장소 추가 및 순서·시간·메모 저장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미디어 업로드와 기존 수정·삭제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AD29-F5D1-4BEC-B1D5-0D9FD97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같은 카페라도 일정 또는 날짜가 다르면 별도 방문 기록으로 관리한다.</a:t>
            </a:r>
          </a:p>
        </p:txBody>
      </p:sp>
    </p:spTree>
    <p:extLst>
      <p:ext uri="{BB962C8B-B14F-4D97-AF65-F5344CB8AC3E}">
        <p14:creationId xmlns:p14="http://schemas.microsoft.com/office/powerpoint/2010/main" val="4202271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2B27C-6ECC-4E8C-A204-0A54D83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팀 간 연동 및 협의 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D24E9-F117-47F5-8CE1-FFAE8C6C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정책 상태: [확정] 합의한 요구 / [제안] 승인 전 기본안 / [미정] 결정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099B8-E22F-4BEB-9FE7-2BFB48CA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7AD9F-A941-41C9-9C99-ABE4B28E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593C9-93AB-4E7D-AF69-2A83CF2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일정 담당과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C7BD1-1D72-4CA7-9860-6E68BCDC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선택 후 전달할 ID와 진입 경로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 형식과 서비스 시간대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기간 변경 시 기존 장소·사진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AB309-1777-446D-BF25-F24F835B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저장·권한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FE347-8E11-4B9B-950D-BBB04B7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장소·사진과 방문 기록의 연결 방식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추가·편집 및 미디어 접근 권한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메모 저장 필드와 방문 시간 검증 규칙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E4DC6-D229-47D2-B805-1B895043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지도·미디어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2F3E6-B191-4839-AC8C-789CA1B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카테고리 매핑과 검색 범위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사진 제공 여부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카드의 시간 표시 기준: 촬영 또는 업로드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68280-036F-4A46-9D26-E1D5BC00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528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공통 원칙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7E439-98DC-457E-955E-4165DACA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19600"/>
            <a:ext cx="5286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기록을 임의로 삭제하지 않음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인증·지도·업로드 연동 재사용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예시 데이터는 실제 서비스 데이터와 구분</a:t>
            </a:r>
          </a:p>
        </p:txBody>
      </p:sp>
    </p:spTree>
    <p:extLst>
      <p:ext uri="{BB962C8B-B14F-4D97-AF65-F5344CB8AC3E}">
        <p14:creationId xmlns:p14="http://schemas.microsoft.com/office/powerpoint/2010/main" val="15825345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70A1F-C182-45A5-82CC-3F2A7E7A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예외 처리와 완료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CF251-A7AE-4E88-B902-CC5BBB07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기능 구현 후 전체 이동 경로와 모바일 화면을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0830D-0B3B-4E94-8957-DE3CC91F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18920-DC5C-44AD-BEED-021F303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45FB3-15BB-43AD-A20D-DC90C574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533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예외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1DE38-E7FC-456F-9400-B595C068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로딩, 장소·미디어 없음, 검색 결과 없음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저장 실패 안내와 재시도, 중복 요청 방지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실패 시 대체 화면, 위치 권한 거절 대응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뒤로 이동 시 일정·날짜 선택 유지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FF069-B2DA-47D8-A141-62A77BE0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기능 완료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7270F-2DF2-4862-A6A1-F193C180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85975"/>
            <a:ext cx="5238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하루·여러 날 일정 분기와 날짜별 데이터 분리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검색·추가 후 요약 및 장소 목록 갱신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순서·시간·메모 저장 및 복원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사진별 개별 카드, 확대·재생·업로드 동작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06A18-F0A9-4F6A-9FF4-71765BBF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화면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4E6ED-E853-49A0-883C-42EE2D04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모바일 가로 넘침과 하단 버튼 가림이 없어야 한다.</a:t>
            </a:r>
          </a:p>
          <a:p xmlns:a="http://schemas.openxmlformats.org/drawingml/2006/main">
            <a:pPr>
              <a:buNone/>
              <a:def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권한과 다른 팀원의 일정 생성 기능을 유지한다.</a:t>
            </a:r>
          </a:p>
          <a:p xmlns:a="http://schemas.openxmlformats.org/drawingml/2006/main">
            <a:pPr>
              <a:buNone/>
              <a:def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빌드·타입 검사·린트 및 핵심 기능 검증을 완료한다.</a:t>
            </a:r>
          </a:p>
        </p:txBody>
      </p:sp>
    </p:spTree>
    <p:extLst>
      <p:ext uri="{BB962C8B-B14F-4D97-AF65-F5344CB8AC3E}">
        <p14:creationId xmlns:p14="http://schemas.microsoft.com/office/powerpoint/2010/main" val="279533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EE407-BD43-4F10-8084-9268EFF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01  일정 진입과 날짜 선택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43725-BCC6-4688-A3FA-C7E6A00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SCH-01~04 · 기존 일정 정보를 받아 화면 상태를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8902B-6F6B-4AE6-B357-B9163EB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78794-8ACB-41C6-8CB9-01AB8E62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8EBCF-C725-4AFC-A650-82B45E44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9228F-0E7E-4669-8589-3191E4AD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진입 조건과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7963F-B80B-4B19-986C-429D55F9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모임에서 선택한 일정 ID로 이름·기간·멤버와 날짜별 요약을 조회한다.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해당 일정의 접근 권한이 없거나 일정이 없으면 안내 후 이전 화면으로 이동한다.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A8876-5AD5-4B51-8286-BCD96D91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EC52E-86C5-4DA1-9D71-5DF0DC99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 카드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BBE07-A83F-47B5-95FC-2854087A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시작일부터 종료일까지 날짜 카드를 구성한다. 카드에 장소 수와 사진 수를 표시한다.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저장된 날짜별 제목이 없으면 날짜 기반 제목을 사용하고, 대표 이미지가 없으면 대체한다.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2D6EE-1977-4D8B-A825-F74192C0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747AE-D6DF-43C2-A3B6-32FE343B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진입 경로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50CE9-46F5-4673-A573-6F1FE2B7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 카드 선택 시 일정 ID와 선택 날짜를 장소 목록에 전달한다.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빈 날짜의 ‘장소 담기’는 같은 정보를 지도 검색에 전달한다.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02232-B08A-4760-A385-07A1E0A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D174F-FE86-451E-85DA-A93939BB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화면 복귀와 데이터 갱신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B5486-D31D-41C4-B2AD-84F4F9DF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추가·업로드 후 해당 날짜 요약을 갱신하고 선택 날짜를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최초 기본 날짜는 21장의 오늘 또는 시작일 규칙을 적용한다.</a:t>
            </a:r>
          </a:p>
        </p:txBody>
      </p:sp>
    </p:spTree>
    <p:extLst>
      <p:ext uri="{BB962C8B-B14F-4D97-AF65-F5344CB8AC3E}">
        <p14:creationId xmlns:p14="http://schemas.microsoft.com/office/powerpoint/2010/main" val="382877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ECAA2-CDC5-4BD7-9A51-1B4BC6AE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02  장소 목록과 빈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8C34F-33A9-4E29-AB0C-E80C22BF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PLC-01~02 · 화면에 표시할 데이터와 클릭 동작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8315C-3766-4887-8586-2DDE856D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01EB0-5203-4BC6-A2B1-6C651FC0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77D7F-ED9C-4194-BEB7-E9EE44D6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PLC-01A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E9A00-2B4D-48A3-841E-BF1AE151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조회 범위와 정렬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E03C4-C034-4488-BC03-C19203A6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선택한 일정과 날짜의 방문 장소만 저장된 방문 순서로 표시한다.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시간이 같거나 미정이어도 방문 순서 값을 기준으로 정렬한다.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B2962-00CE-452A-90C4-007A7B9F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3401C-8A29-42A3-A29C-5E0149AD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카드에 표시할 정보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36CA1-9112-4620-BCEE-4815167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순서, 시간, 이름, 카테고리, 주소와 제공되는 이미지를 표시한다.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시간은 없으면 ‘시간 미정’, 이미지는 없으면 카테고리 대체 이미지를 표시한다.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0FA02-D0A0-44DE-933D-29A82D4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PLC-02A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80D1A-399D-4593-8993-307F2CA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버튼별 이동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4B354-7D20-4F08-B9AF-B1B9BED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‘사진 보기’는 방문 장소 ID를 전달해 해당 방문의 미디어를 조회한다.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‘장소 추가’는 지도 검색으로, ‘순서 편집’은 현재 날짜의 장소 편집 화면으로 이동한다.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B6762-B5ED-4D43-911E-CC37911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PLC-02B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EA682-0987-457A-BB1D-7B7B4833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조회 상태 처리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064958-AF5A-4B8F-A7F5-21FF5275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0개이면 빈 상태와 추가 버튼을 표시한다. 로딩과 실패를 빈 상태와 구분한다.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조회 실패 시 재시도 기능을 제공하며, 실패 결과로 기존 데이터를 덮어쓰지 않는다.</a:t>
            </a:r>
          </a:p>
        </p:txBody>
      </p:sp>
    </p:spTree>
    <p:extLst>
      <p:ext uri="{BB962C8B-B14F-4D97-AF65-F5344CB8AC3E}">
        <p14:creationId xmlns:p14="http://schemas.microsoft.com/office/powerpoint/2010/main" val="502027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F4B6A-686E-482E-8FF1-0AA6709C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03  검색 조건과 지도 동작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9067-FA92-4BFB-B978-E1CAEF4C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PLC-03~04 · 기존 지도 SDK와 검색 API 재사용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6DCC5-E330-41A1-B342-7BFCC9A4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3CEDC-0133-4627-AF23-BD140C81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83A0B-551B-4B7D-A721-D9AA38EE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PLC-03A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3ED26-6C15-470B-9969-CBF9122F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검색어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02B17-825B-4095-9603-1864857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장소명 또는 주소를 입력하고 검색을 실행한다. 공백만 입력한 경우 검색을 요청하지 않는다.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 결과는 장소 마커와 하단 목록에 동시에 반영한다.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2D434-1E2D-4874-B9AA-9B591772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B2DB8-BD16-4BC5-AF38-65FF68A1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카테고리 변경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3833C-76D9-4EC8-A107-BF065B1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전체 / 관광지 / 맛집 / 카페 / 숙소 중 하나를 선택한다.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선택 상태를 표시하고 결과를 갱신한다. SDK 분류와의 매핑·검색어 결합 규칙은 협의한다.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CF80D-AAB4-46C5-8B2E-28321124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PLC-04A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4D837-A27B-4B4D-85E0-7CA37AB7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범위 재검색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E5EEF-DBCB-4631-B6CC-2ACD1836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이동 후 ‘이 지역 다시 검색’을 누르면 현재 지도 범위로 조회한다.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결과 없음은 해당 범위의 빈 상태로 표시하고 검색 조건 변경을 안내한다.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ADA1-1AD7-4BF9-91C3-F3B13D3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PLC-04B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3809B-0BD1-4856-96AC-AB4F7860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현재 위치 및 거리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DF2A1-8C41-4432-977A-3D3B1CA5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현재 위치 권한 허용 시 해당 위치로 이동한다. 거절·오류 시 검색 기능은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거리는 기준 위치를 확보한 경우에만 표시하며, 거리 계산 기준은 연동 시 통일한다.</a:t>
            </a:r>
          </a:p>
        </p:txBody>
      </p:sp>
    </p:spTree>
    <p:extLst>
      <p:ext uri="{BB962C8B-B14F-4D97-AF65-F5344CB8AC3E}">
        <p14:creationId xmlns:p14="http://schemas.microsoft.com/office/powerpoint/2010/main" val="2093358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DEFB2-5DAC-4A30-B340-00A0886E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04  장소 선택과 저장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3E44-F219-4D8A-9566-757C0C4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PLC-05~06 · 선택 상태와 저장 상태를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3A953-19FF-45DE-8DB4-4AA5CC11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2FB15-7CC5-4090-A6A4-70A98C18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9F74E-505E-4E08-8EB0-312E911A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PLC-05A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4D21-668E-4F11-8160-C8E82F13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마커와 목록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D0B3B-CC3F-4551-BE6A-49B44EF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지도 마커 또는 목록 항목 선택 시 같은 장소의 선택 상태를 표시한다.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패널에 장소명, 주소, 제공되는 사진과 추가 대상 날짜를 보여준다.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FE93E-AB90-40DE-8C4B-036958F8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938E4-1D0D-4318-AFBD-FB8BAAC4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선택 취소와 다른 장소 선택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14CA5-9B01-4C56-AA72-0F5DBF7E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패널을 닫으면 검색 결과로 돌아간다. 다른 장소를 선택하면 상세 내용을 교체한다.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선택만으로 저장하지 않고, 추가 버튼으로 저장을 실행한다.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8851A-C125-4356-8C72-6D7E87B3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PLC-06A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C931F-E2DA-47E9-A27E-1A6C31D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저장 요청과 중복 방지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F105D3-6BE9-4A3A-8BA0-D88FAFAF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ID, 날짜, 선택 장소 식별 정보를 전달한다. 저장 중 추가 버튼을 비활성화한다.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동일 일정·날짜·장소 중복 여부를 서버에서도 검증하고 중복이면 안내한다.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15798-659D-4FCD-837E-CBDE7395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PLC-06B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1FBED-7F6C-4E3B-9435-2EBBEB11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완료와 실패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955E5-E39C-4E57-BDD0-7B60C762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성공 시 날짜별 장소와 일정 요약을 갱신하고 실패 시 선택·검색 조건을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추가 완료 후 해당 날짜 목록으로 복귀한다. 연속 담기는 별도 협의한다.</a:t>
            </a:r>
          </a:p>
        </p:txBody>
      </p:sp>
    </p:spTree>
    <p:extLst>
      <p:ext uri="{BB962C8B-B14F-4D97-AF65-F5344CB8AC3E}">
        <p14:creationId xmlns:p14="http://schemas.microsoft.com/office/powerpoint/2010/main" val="7519847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67971-D8B1-4035-B755-249E3DF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05  순서·시간·메모 편집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379A-AA0A-4BD7-A9D3-1A77F89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EDT-01~04 · 편집 중 값과 저장된 값을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9F24-06E2-46E5-8FD4-A2CE29F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3B9-D1D0-4858-9027-EE5FC6B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E096-22EC-4519-AB6A-9848FF4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9B8A-F3C0-4538-AB6F-24FF52E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2313F-A75D-4241-A637-0802DF5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편집 진입 시 선택 날짜의 방문 장소와 저장된 순서를 불러온다.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드래그 또는 위·아래 이동으로 순서를 바꾸고 번호를 즉시 갱신한다.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FD2A7-1B04-4667-BCC9-334802E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00F43-3406-4FD3-9608-E4140D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C1E8-D8D5-46F3-8992-B6BECEE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장소별 방문 시간을 수정하며 미입력은 미정으로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10분 단위, 중복 시간 허용, 순서와 시간 불일치 시 경고 후 저장. 상세는 19장 참조.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446B-EFEF-4D1C-BFEE-118D6A7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8EF09-2E33-4285-81D0-1798D20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공통 메모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E2273-9FA7-45F5-98F7-8890AFA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메모는 현재 날짜의 장소 구성에 연결하고 저장·복원한다.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최대 100자, 공백만 입력하면 빈 값으로 정리한다. 상세는 19장 참조.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1CA7-832E-4901-8696-A140C61C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903A-F2D5-40E5-8E24-1441C2E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변경 저장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E2288-26A4-449D-A2BD-FF8A505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저장 성공 후 목록에 반영하며 실패 시 편집 값을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이탈 확인 및 충돌 시 선택 제공. [미정] 일괄 저장·버전 검증 API 계약.</a:t>
            </a:r>
          </a:p>
        </p:txBody>
      </p:sp>
    </p:spTree>
    <p:extLst>
      <p:ext uri="{BB962C8B-B14F-4D97-AF65-F5344CB8AC3E}">
        <p14:creationId xmlns:p14="http://schemas.microsoft.com/office/powerpoint/2010/main" val="1545252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B7414-B298-4986-9A8A-B9407129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06  미디어 목록과 확대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BD597-A81F-4AE4-9AC8-B2FD1EC9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MED-01~03 · 원본 게시물 구조는 유지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5336CC-B021-46D1-A1B3-F8EEBF8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A37A8-25EF-44F9-9044-3C36462F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CBEEC-30C9-40F8-AF91-0005DF98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1AEB4-D6DF-483D-91FD-594BDA6A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조회 대상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4BB23-0181-47CD-ACC6-AE01A69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현재 방문 장소 ID와 사용자 접근 권한을 기준으로 미디어를 조회한다.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기본 최신순으로 표시한다. 페이지네이션 방식과 추가 정렬 옵션은 API에 맞춰 협의한다.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81433-3593-4426-8725-8550AD3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MED-02A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02A57-B39F-4749-A8D5-F98FAE29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카드 생성 규칙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6C5D5-9C5F-4B11-94C4-1265986F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3장이 들어 있는 게시물은 화면에서 사진 카드 3개로 표시한다.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각 카드는 원본 게시물 ID와 미디어 ID를 유지한다. 게시물을 복제하거나 분해 저장하지 않는다.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3C039-6E50-4697-8755-781AAB75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MED-02B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E3C09-2216-45D8-90F3-C309D64A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카드 정보와 누락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4A638-40DD-4BF0-B2DF-A3971430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사진·작성자·시간·설명을 표시하며 사진 수 배지와 +N 표시는 제거한다.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설명이 없으면 해당 영역을 생략한다. 시간 표시 기준은 촬영 또는 업로드 중 하나로 통일한다.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B35DE-7783-4536-A92E-01B9F02B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5ED24-1472-49C6-9EC5-609F89BD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확대와 영상 재생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B443B-3BE0-4DCB-846E-145F2AA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선택한 사진을 크게 열고, 닫으면 기존 목록 위치로 돌아온다.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영상 기능이 있다면 재생을 유지한다. 로딩 실패는 안내와 재시도 상태로 표시한다.</a:t>
            </a:r>
          </a:p>
        </p:txBody>
      </p:sp>
    </p:spTree>
    <p:extLst>
      <p:ext uri="{BB962C8B-B14F-4D97-AF65-F5344CB8AC3E}">
        <p14:creationId xmlns:p14="http://schemas.microsoft.com/office/powerpoint/2010/main" val="5786239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CCC84-0173-4790-B90B-CD89CB72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07  업로드와 기존 권한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6452A-B831-4E5F-BB0B-8AFC85CB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MED-04 · 기존 업로드·수정·삭제 기능을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85742-4AA1-44D1-AA80-B8675E0E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DE558-5CAD-4564-9D17-FC666BAF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161C9-FD41-40D2-938F-B92091E0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MED-04A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97A93-09E8-48E5-B4C2-8F281C2D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파일 선택과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A2CBA-B3D2-46D9-8402-CA7086B7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업로드 버튼에서 기존 파일 선택 기능을 연다. 기존 미리보기와 선택 취소를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형식·크기는 기존 서버 정책에 맞추고, 선택 개수는 최대 10개로 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02D70-45CF-4AA5-BFEC-F9EA0491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98624-5452-4D55-8F82-C0067129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업로드 대상과 진행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2217E-BABE-449E-AEDF-248620F7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현재 일정·날짜·방문 장소에 파일을 연결한다. 진행 중 중복 제출을 방지한다.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업로드 권한은 서버에서 검증하며, 로그인·권한 실패는 일반 업로드 오류와 구분한다.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04E9E-4A82-43C7-A2DA-0A35810B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MED-04C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3E3A0-45E9-4E61-A98B-10009A3B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성공과 실패 반영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60140-7A1B-4F3F-AE25-2EF73CD3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성공한 미디어를 목록에 반영하고 일정 요약의 사진 수를 갱신한다.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실패 파일의 재시도와 다중 파일 일부 실패 처리 방식은 기존 업로드 계약에 맞춘다.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6B1B7-89C4-4B8C-A2BF-5F7459F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MED-04D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30594-A93E-4899-9273-03FBEFF2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수정·삭제 기능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6B113-4A97-49CE-9F44-EA93A217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작성자·멤버 등 기존 권한 정책에 따라 수정·삭제 기능을 제공한다.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게시물 단위 삭제인지 개별 미디어 삭제인지 확인해 개별 카드 UI와 동작을 일치시킨다.</a:t>
            </a:r>
          </a:p>
        </p:txBody>
      </p:sp>
    </p:spTree>
    <p:extLst>
      <p:ext uri="{BB962C8B-B14F-4D97-AF65-F5344CB8AC3E}">
        <p14:creationId xmlns:p14="http://schemas.microsoft.com/office/powerpoint/2010/main" val="17039171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F6AFB-40B5-48A0-ACD9-F9279B50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08  업로드 화면(바텀시트)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438D-5766-4C81-82B9-50D3145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MED-04 · 사진·동영상 선택, 미리보기, 업로드 실행 시안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275D9-F491-4E82-A31B-A9C5D821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27DE8-288E-45B4-8655-2EACE69C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E1874-6469-4E3E-8525-6122A54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1560000"/>
            <a:ext cx="760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진입과 화면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7AEA3-D867-4E66-8BD7-BBC5198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1940000"/>
            <a:ext cx="76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‘사진·동영상 올리기’를 누르면 ‘지금 이 순간 남기기’ 시트가 열린다.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시트에 미리보기, 개별 삭제(X), 추가(+) 타일, 업로드 버튼을 둔다.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FA8F-DA2B-436D-BD5D-6027345A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2900000"/>
            <a:ext cx="760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선택 개수와 표시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618FA-A0A1-4B05-8E13-1964C8A5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3280000"/>
            <a:ext cx="76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사진·동영상을 합쳐 최대 10개까지 선택하며, 가득 차면 + 타일을 막는다.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동영상은 길이(예: 0:12)를 표시하고, X로 한 개씩 뺄 수 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3E3B5-FB2E-4372-A5F4-7770F45B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4240000"/>
            <a:ext cx="760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업로드 실행과 결과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93EA5-54D6-4011-B8C3-D97DC0F8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4620000"/>
            <a:ext cx="76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1개 이상 선택했을 때만 ‘업로드하기’를 활성화하고, 중복 제출을 막는다.</a:t>
            </a:r>
          </a:p>
          <a:p xmlns:a="http://schemas.openxmlformats.org/drawingml/2006/main">
            <a:pPr>
              <a:buNone/>
              <a:def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성공하면 시트를 닫고 목록·사진 수에 반영하고, 실패하면 선택을 유지해 재시도한다.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54573-76C7-4B93-9D3A-BF567D8B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0" y="5650000"/>
            <a:ext cx="760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시안의 ‘방금 전 · 작성자’ 표시에 쓸 시간 기준(촬영 또는 업로드)은 협의 사항이다.</a:t>
            </a:r>
          </a:p>
        </p:txBody>
      </p:sp>
      <p:pic>
        <p:nvPicPr>
          <p:cNvPr id="2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eb4ab58714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000" y="1562100"/>
            <a:ext cx="2671941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6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67971-D8B1-4035-B755-249E3DF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09  순서·시간·메모 편집 규칙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379A-AA0A-4BD7-A9D3-1A77F89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EDT-05~08 · 아래 항목은 모두 [제안]이며 팀 승인 후 확정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9F24-06E2-46E5-8FD4-A2CE29F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3B9-D1D0-4858-9027-EE5FC6B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E096-22EC-4519-AB6A-9848FF4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9B8A-F3C0-4538-AB6F-24FF52E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순서와 시간의 우선순위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2313F-A75D-4241-A637-0802DF5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방문 순서로 정렬하고 시간은 표시 정보로 사용한다.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순서와 시간이 어긋나면 경고를 표시하되 저장은 허용한다.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FD2A7-1B04-4667-BCC9-334802E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00F43-3406-4FD3-9608-E4140D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시간 입력 방식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C1E8-D8D5-46F3-8992-B6BECEE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24시간제 HH:MM, 10분 단위로 입력한다.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시간 삭제 시 미정으로 복귀하고, 여러 장소에 같은 시간 입력을 허용한다.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446B-EFEF-4D1C-BFEE-118D6A7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8EF09-2E33-4285-81D0-1798D20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공통 메모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E2273-9FA7-45F5-98F7-8890AFA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최대 100자와 실시간 글자 수 표시. 시안의 수치는 확정 근거로 사용하지 않는다.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빈 값은 메모 삭제로 처리하고 공백만 입력하면 빈 값으로 정리한다.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1CA7-832E-4901-8696-A140C61C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EDT-08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903A-F2D5-40E5-8E24-1441C2E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저장 전 이탈과 동시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E2288-26A4-449D-A2BD-FF8A505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미저장 이탈 시 확인한다. 동시 수정 충돌 시 내 편집 내용을 유지한다.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‘편집 유지’ 또는 ‘최신 내용 불러오기’를 선택하며, 후자는 덮어쓰기 확인 후 수행한다.</a:t>
            </a:r>
          </a:p>
        </p:txBody>
      </p:sp>
    </p:spTree>
    <p:extLst>
      <p:ext uri="{BB962C8B-B14F-4D97-AF65-F5344CB8AC3E}">
        <p14:creationId xmlns:p14="http://schemas.microsoft.com/office/powerpoint/2010/main" val="15452526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67971-D8B1-4035-B755-249E3DF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10  장소 추가 이후 흐름과 삭제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379A-AA0A-4BD7-A9D3-1A77F89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PLC-07~10 · 항목별 [확정] / [제안] / [미정] 상태로 관리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9F24-06E2-46E5-8FD4-A2CE29F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3B9-D1D0-4858-9027-EE5FC6B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E096-22EC-4519-AB6A-9848FF4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9B8A-F3C0-4538-AB6F-24FF52E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추가 후 이동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2313F-A75D-4241-A637-0802DF5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성공 안내 후 해당 날짜의 장소 목록으로 돌아간다.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연속으로 여러 곳을 담는 ‘계속 담기’ 제공 여부.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FD2A7-1B04-4667-BCC9-334802E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00F43-3406-4FD3-9608-E4140D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이미 담은 장소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C1E8-D8D5-46F3-8992-B6BECEE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같은 날짜에 이미 담긴 장소는 ‘추가됨’으로 표시하고 추가를 막는다.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다른 날짜에는 별도 방문 기록으로 추가할 수 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446B-EFEF-4D1C-BFEE-118D6A7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8EF09-2E33-4285-81D0-1798D20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 장소 수 제한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E2273-9FA7-45F5-98F7-8890AFA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하루 장소 수 제한 도입 여부. [제안] 제한을 둔다면 20곳.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팀 승인 전에는 20곳을 확정 제한으로 구현하지 않는다.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1CA7-832E-4901-8696-A140C61C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PLC-10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903A-F2D5-40E5-8E24-1441C2E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E2288-26A4-449D-A2BD-FF8A505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미디어 없는 방문 장소 제거를 초기 범위에 포함하고 삭제 전 확인한다.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미디어가 있으면 보존·연결 해제 정책 확정 전 제거를 보류하고 이유를 안내한다.</a:t>
            </a:r>
          </a:p>
        </p:txBody>
      </p:sp>
    </p:spTree>
    <p:extLst>
      <p:ext uri="{BB962C8B-B14F-4D97-AF65-F5344CB8AC3E}">
        <p14:creationId xmlns:p14="http://schemas.microsoft.com/office/powerpoint/2010/main" val="15452526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67971-D8B1-4035-B755-249E3DF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11  일정 요약 갱신과 집계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379A-AA0A-4BD7-A9D3-1A77F89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SCH-05~08 · 요약 카드의 숫자와 선택 날짜가 정해지는 방식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9F24-06E2-46E5-8FD4-A2CE29F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3B9-D1D0-4858-9027-EE5FC6B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2E096-22EC-4519-AB6A-9848FF4B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9B8A-F3C0-4538-AB6F-24FF52E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갱신 시점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2313F-A75D-4241-A637-0802DF59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추가·편집·업로드 성공 후 해당 날짜 요약을 갱신한다.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재조회 방식 사용. 갱신 실패 시 이전 값과 재시도 안내를 표시한다.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FD2A7-1B04-4667-BCC9-334802E2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00F43-3406-4FD3-9608-E4140DBA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수 집계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5C1E8-D8D5-46F3-8992-B6BECEE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해당 일정·날짜의 방문 기록 수를 센다.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같은 장소라도 날짜가 다르면 각 날짜에서 따로 집계한다.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6446B-EFEF-4D1C-BFEE-118D6A79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8EF09-2E33-4285-81D0-1798D201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수 집계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E2273-9FA7-45F5-98F7-8890AFAF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‘사진 수’는 사진 파일만 집계한다. 사진 3장 게시물은 3장으로 센다.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영상은 사진 수에서 제외한다. 영상도 합산하려면 ‘기록 수’로 명칭을 바꾸고 별도 승인한다.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21CA7-832E-4901-8696-A140C61C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SCH-08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4903A-F2D5-40E5-8E24-1441C2E8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기본 날짜 선택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2E2288-26A4-449D-A2BD-FF8A505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최초 진입은 오늘이 일정 기간 안이면 오늘, 아니면 시작일을 선택한다.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[확정] 화면 복귀 시 마지막 선택 날짜를 유지한다.</a:t>
            </a:r>
          </a:p>
        </p:txBody>
      </p:sp>
    </p:spTree>
    <p:extLst>
      <p:ext uri="{BB962C8B-B14F-4D97-AF65-F5344CB8AC3E}">
        <p14:creationId xmlns:p14="http://schemas.microsoft.com/office/powerpoint/2010/main" val="15452526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67971-D8B1-4035-B755-249E3DF4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12  역할별 권한 기준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F379A-AA0A-4BD7-A9D3-1A77F89D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PERM-01 · [제안] 권한 기본안. 기존 권한과 비교 후 팀 승인 필요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E9F24-06E2-46E5-8FD4-A2CE29F0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F33B9-D1D0-4858-9027-EE5FC6B5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graphicFrame>
        <p:nvGraphicFramePr>
          <p:cNvPr id="25" name="Table 17"/>
          <p:cNvGraphicFramePr/>
          <p:nvPr/>
        </p:nvGraphicFramePr>
        <p:xfrm>
          <a:off xmlns:a="http://schemas.openxmlformats.org/drawingml/2006/main" x="571500" y="1650000"/>
          <a:ext xmlns:a="http://schemas.openxmlformats.org/drawingml/2006/main" cx="10953750" cy="392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00000"/>
                <a:gridCol w="2500000"/>
                <a:gridCol w="2500000"/>
                <a:gridCol w="2653750"/>
              </a:tblGrid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120000" marR="80000" marT="45720" marB="45720" anchor="ctr">
                    <a:solidFill>
                      <a:srgbClr val="E85F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 소유자</a:t>
                      </a:r>
                    </a:p>
                  </a:txBody>
                  <a:tcPr marL="120000" marR="80000" marT="45720" marB="45720" anchor="ctr">
                    <a:solidFill>
                      <a:srgbClr val="E85F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참여 멤버</a:t>
                      </a:r>
                    </a:p>
                  </a:txBody>
                  <a:tcPr marL="120000" marR="80000" marT="45720" marB="45720" anchor="ctr">
                    <a:solidFill>
                      <a:srgbClr val="E85F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비멤버</a:t>
                      </a:r>
                    </a:p>
                  </a:txBody>
                  <a:tcPr marL="120000" marR="80000" marT="45720" marB="45720" anchor="ctr">
                    <a:solidFill>
                      <a:srgbClr val="E85F60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일정·날짜별 장소 조회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 (안내 후 이전 화면)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장소 검색·추가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순서·시간·메모 편집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 (협의)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미디어 조회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미디어 업로드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가능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</a:t>
                      </a:r>
                    </a:p>
                  </a:txBody>
                  <a:tcPr marL="120000" marR="80000" marT="45720" marB="4572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1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미디어 내용 수정·본인 삭제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본인이 올린 것만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20263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본인이 올린 것만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00" b="0">
                          <a:solidFill>
                            <a:srgbClr val="89909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불가</a:t>
                      </a:r>
                    </a:p>
                  </a:txBody>
                  <a:tcPr marL="120000" marR="80000" marT="45720" marB="45720" anchor="ctr">
                    <a:solidFill>
                      <a:srgbClr val="FFF1E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4C4C5B-8AA3-4449-999D-0A32DDD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0000"/>
            <a:ext cx="10953750" cy="5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[제안] 소유자의 타인 미디어 관리 삭제는 별도 권한으로 승인한다. 타인 내용 수정은 허용하지 않는다.</a:t>
            </a:r>
          </a:p>
          <a:p xmlns:a="http://schemas.openxmlformats.org/drawingml/2006/main">
            <a:r>
              <a:rPr sz="130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[확정] 서버에서 권한을 검증한다. 관리 삭제 시 사유·기록 정책은 별도 협의한다.</a:t>
            </a:r>
          </a:p>
        </p:txBody>
      </p:sp>
    </p:spTree>
    <p:extLst>
      <p:ext uri="{BB962C8B-B14F-4D97-AF65-F5344CB8AC3E}">
        <p14:creationId xmlns:p14="http://schemas.microsoft.com/office/powerpoint/2010/main" val="15452526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C651F-992A-4DF7-A9A9-E88EE428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13  데이터와 API 계약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40838-7069-4600-A2DA-009EC91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아래 명칭은 개념명이며 실제 필드·경로는 기존 모델에 맞춤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9E456-D550-4120-8F34-DBB71EE2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7EE5C-C402-494A-8061-C326A18B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048DD-8170-43CD-A036-58BFE52E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DATA-01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353CC-C52F-4A1F-9B09-06E83590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일정과 날짜별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F8C6E-C635-45B4-A869-A8314023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일정: 일정 ID, 모임 ID, 이름, 시작일·종료일, 멤버, 대표 이미지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날짜별 구성: 일정 ID, 날짜, 공통 메모. 날짜 값의 시간대 처리 기준을 통일한다.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8B4F0-4D0B-4B4D-9480-042C8A6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DATA-02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B1A7D-BD85-48C5-A285-3E7F6C53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장소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4A9F6-3C4E-4E7E-97E9-ECBD17BC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방문 장소 ID, 일정 ID, 날짜, 장소 식별자, 이름·주소·좌표·카테고리, 순서, 시간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동일 장소라도 방문 일정 또는 날짜가 다르면 별도 방문 기록으로 관리한다.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1C635-6458-4B43-AEB5-0F7B3136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DATA-03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CEE2F-EE27-4AF5-A6F0-B8C02BB0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미디어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E4A2F-DD45-48D6-824E-C700B11F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미디어 ID, 방문 장소 ID, 원본 게시물 ID, 파일 URL, 유형, 작성자, 설명, 시간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원본·썸네일 URL과 영상 재생 정보는 기존 미디어 모델에 맞춘다.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F8B2B-A245-4168-BB3C-661B65852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API-01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A8689-DE00-43B9-8639-CA593C41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응답과 저장 계약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FAEBF-94A4-4548-BCF8-0F0918EB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조회 범위·정렬, 저장 성공 응답, 중복·권한·유효성 오류의 구분을 합의한다.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생성 ID와 갱신 정보를 클라이언트에 전달하고 저장 재시도의 중복 생성을 방지한다.</a:t>
            </a:r>
          </a:p>
        </p:txBody>
      </p:sp>
    </p:spTree>
    <p:extLst>
      <p:ext uri="{BB962C8B-B14F-4D97-AF65-F5344CB8AC3E}">
        <p14:creationId xmlns:p14="http://schemas.microsoft.com/office/powerpoint/2010/main" val="18803894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72D12-478A-4F6A-97B5-CA84A32A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14  QA 시나리오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7CF0DF-AD17-4E38-A07F-70FDC50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팀 검수 시 확인할 입력 조건과 기대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7726D-F01A-4346-B2EB-A77967FF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67F11-EB14-4489-A238-7B121D4F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02828-1C11-4110-83CB-3FCB312A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QA-01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74329-89BD-4FCE-AF90-9DFF2A96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하루와 여러 날 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5D79F-2AFF-42E1-AE8B-14918BFF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하루 일정 진입: 날짜 하나, 요약 카드 하나, 장소 목록의 날짜 탭 없음.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여러 날 일정에서 날짜 변경: 해당 날짜의 장소만 표시하고 복귀 시 선택 날짜 유지.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D9954-90D2-4F93-99D6-35C47432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QA-02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1336-FCFE-4B8D-AFC2-1E487AFD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장소 추가와 중복 요청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67E3C-B6AE-4854-9159-F225BED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 결과를 선택해 추가: 대상 날짜의 목록 및 요약에 반영.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버튼 연속 클릭·같은 장소 재추가: 중복 방문 기록이 생성되지 않음.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DB2A2-DCEA-4BEA-98D3-AE91323C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QA-03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1BE70-6F6E-4DF8-A9F9-15213778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편집 저장과 실패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A8CD5-2226-422E-BD3E-CDB8D6A5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순서·시간·메모 변경 후 재진입: 저장한 값 유지.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저장 실패: 실패 안내와 재시도 제공, 입력 중인 편집 값 유지.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4177B-F573-4B09-B5D7-274228C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QA-04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A3A1A-2456-4B50-BB68-D17A861D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미디어 분리와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1E32D-4380-49F0-B262-3A2B0E63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사진 3장 게시물: 개별 카드 3개, 사진 수 배지와 +N 없음.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같은 장소의 다른 일정·날짜 사진은 노출되지 않고 확대·업로드 후 목록 갱신 동작.</a:t>
            </a:r>
          </a:p>
        </p:txBody>
      </p:sp>
    </p:spTree>
    <p:extLst>
      <p:ext uri="{BB962C8B-B14F-4D97-AF65-F5344CB8AC3E}">
        <p14:creationId xmlns:p14="http://schemas.microsoft.com/office/powerpoint/2010/main" val="20486609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4C6764-2520-45BC-B86F-5F0581E0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상세 15  범위와 미확정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E06E5-3CEC-47E2-ABC6-D31987A0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정책 상태는 19~22장을 기준으로 관리하고, 마지막 장에서 팀 결정을 기록한다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E20E4-4583-440C-80A0-A1FA0CA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8985F-0CE9-4143-86EB-D161E9A0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859A9-2F08-4B42-A5EE-7CFBC755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OPEN-01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2996E-315D-4CCF-9F76-11D166E4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71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일정과 방문 기록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EF700-E947-42DC-B46D-6C7962BC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43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기간 변경 시 범위 밖 방문 기록 처리와 기존 데이터 연결 방식.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미디어 없는 방문 장소 제거는 초기 범위 포함. 미디어 보유 장소는 별도 정책 확정.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518EE-8B02-486C-8BAF-FC50B09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OPEN-02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A8BBF-8AC2-428F-B9EE-9448A74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14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편집과 충돌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06545-8FDA-460E-BCF3-DCC6DA4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86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편집 권한·이탈 확인·충돌 시 선택·추가 후 목록 복귀는 19~22장 기준.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일괄 저장 보장, 버전 검증 API와 연속 검색 제공 여부.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6EFF4-0C1A-475B-B118-BA512045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OPEN-03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15D13-DF8A-4EDE-8AED-2881621D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57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검색과 미디어 정책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2BB6D-37E0-40EA-8AA8-7BBB1628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29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[미정] 검색 매핑·초기 위치·거리·정렬, 파일 형식·크기·일부 실패 처리.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[제안] 메모 100자, 장소 제한 도입 시 20곳, 사진만 집계. 10개 선택 한도는 기존 요구 유지.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04E79-9BA4-49DF-BF07-0D1E564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865F2-AD11-4001-8E54-1CAC3072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이번 변경에서 유지할 사항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DCECCA-571C-4B1E-B7F3-E4D9D598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721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일정 생성과 기간·멤버 설정은 다른 팀원 담당. 기존 홈·인증·권한·지도 연동 유지.</a:t>
            </a:r>
          </a:p>
          <a:p xmlns:a="http://schemas.openxmlformats.org/drawingml/2006/main">
            <a:pPr>
              <a:buNone/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기존 기록은 임의 삭제하지 않으며, 시안 속 예시값을 실제 데이터로 고정하지 않음.</a:t>
            </a:r>
          </a:p>
        </p:txBody>
      </p:sp>
    </p:spTree>
    <p:extLst>
      <p:ext uri="{BB962C8B-B14F-4D97-AF65-F5344CB8AC3E}">
        <p14:creationId xmlns:p14="http://schemas.microsoft.com/office/powerpoint/2010/main" val="198489960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2BEAB-EDB7-41E2-B1A6-E8C70F2E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109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팀 회의 결정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85012-36CA-4694-8961-DF26BC4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75808D"/>
                </a:solidFill>
                <a:latin typeface="Malgun Gothic"/>
                <a:ea typeface="Malgun Gothic"/>
                <a:cs typeface="Malgun Gothic"/>
              </a:rPr>
              <a:t>아래는 승인 전 제안이다. 각 항목의 승인·수정·보류와 담당자를 회의에서 기록한다.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43F46-AB58-4DB9-9645-3749C67D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01  장소 제거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010C3-D94E-46AD-9D97-94AF879D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제안: 미디어 없는 장소 제거를 초기 범위에 포함. 미디어 보유 시 보존 정책 먼저 확정.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9340B-12C3-4CEC-96C9-17FB8251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02  집계와 권한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DB172-8A59-49E4-BAD5-6E93CB14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9560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제안: 사진만 집계. 타인 내용 수정 금지, 소유자의 관리 삭제는 별도 권한으로 결정.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39E0F-45A6-4295-9102-A2B2542F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03  편집 기본값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F06F6-B7D9-486B-A82B-32368D81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제안: 시간 10분 단위·경고 후 저장, 메모 100자. 장소 수 제한은 도입 여부부터 결정.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7C3937-FDB3-4CA5-9776-1C74F3BB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76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04  충돌과 화면 복귀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717F9-CEF9-4C4C-BCA4-18047E61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제안: 충돌 시 편집 유지 또는 최신 불러오기 선택. 추가 후 목록 복귀, 연속 담기는 별도 결정.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A5D87-228A-401A-A64D-9BE14402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85F60"/>
                </a:solidFill>
                <a:latin typeface="Malgun Gothic"/>
                <a:ea typeface="Malgun Gothic"/>
                <a:cs typeface="Malgun Gothic"/>
              </a:rPr>
              <a:t>05  연동 확정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71581-FC35-454B-A91A-82625FEC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592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02630"/>
                </a:solidFill>
                <a:latin typeface="Malgun Gothic"/>
                <a:ea typeface="Malgun Gothic"/>
                <a:cs typeface="Malgun Gothic"/>
              </a:rPr>
              <a:t>미정: 기간 변경 처리, 버전 검증·일괄 저장, 업로드 일부 실패, 검색·파일 정책 및 담당자.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C59ED-1F26-46B0-BA32-17EBC190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9909B"/>
                </a:solidFill>
                <a:latin typeface="Malgun Gothic"/>
                <a:ea typeface="Malgun Gothic"/>
                <a:cs typeface="Malgun Gothic"/>
              </a:rPr>
              <a:t>AT THAT PLACE 기능 명세서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6B7D6-5403-48ED-A646-CDE3A39E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F66D6A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025787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2026-10-10T13:01:31.5500000Z</dcterms:created>
  <dcterms:modified xsi:type="dcterms:W3CDTF">2026-10-10T13:01:31.5500000Z</dcterms:modified>
</coreProperties>
</file>